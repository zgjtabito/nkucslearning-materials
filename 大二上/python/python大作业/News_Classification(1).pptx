
<file path=[Content_Types].xml><?xml version="1.0" encoding="utf-8"?>
<Types xmlns="http://schemas.openxmlformats.org/package/2006/content-types">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02" r:id="rId3"/>
    <p:sldId id="299" r:id="rId4"/>
    <p:sldId id="318" r:id="rId5"/>
    <p:sldId id="320" r:id="rId6"/>
    <p:sldId id="322" r:id="rId7"/>
    <p:sldId id="323" r:id="rId8"/>
    <p:sldId id="324" r:id="rId9"/>
    <p:sldId id="330" r:id="rId10"/>
    <p:sldId id="325" r:id="rId11"/>
    <p:sldId id="328" r:id="rId12"/>
    <p:sldId id="329" r:id="rId13"/>
    <p:sldId id="326" r:id="rId14"/>
    <p:sldId id="327" r:id="rId15"/>
    <p:sldId id="331"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1406E"/>
    <a:srgbClr val="D9D9D9"/>
    <a:srgbClr val="3FC9C6"/>
    <a:srgbClr val="55B3AF"/>
    <a:srgbClr val="AD25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4660"/>
  </p:normalViewPr>
  <p:slideViewPr>
    <p:cSldViewPr snapToGrid="0">
      <p:cViewPr varScale="1">
        <p:scale>
          <a:sx n="157" d="100"/>
          <a:sy n="157" d="100"/>
        </p:scale>
        <p:origin x="37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冥玖 水一" userId="40a28700007bafbd" providerId="LiveId" clId="{F950B7F7-DE41-465A-BAE9-6546644FC50A}"/>
    <pc:docChg chg="undo custSel addSld delSld modSld sldOrd modMainMaster">
      <pc:chgData name="冥玖 水一" userId="40a28700007bafbd" providerId="LiveId" clId="{F950B7F7-DE41-465A-BAE9-6546644FC50A}" dt="2024-10-10T02:44:50.084" v="369"/>
      <pc:docMkLst>
        <pc:docMk/>
      </pc:docMkLst>
      <pc:sldChg chg="addSp modSp">
        <pc:chgData name="冥玖 水一" userId="40a28700007bafbd" providerId="LiveId" clId="{F950B7F7-DE41-465A-BAE9-6546644FC50A}" dt="2024-10-09T15:30:24.610" v="352"/>
        <pc:sldMkLst>
          <pc:docMk/>
          <pc:sldMk cId="1799902876" sldId="319"/>
        </pc:sldMkLst>
        <pc:spChg chg="add mod">
          <ac:chgData name="冥玖 水一" userId="40a28700007bafbd" providerId="LiveId" clId="{F950B7F7-DE41-465A-BAE9-6546644FC50A}" dt="2024-10-09T15:30:24.610" v="352"/>
          <ac:spMkLst>
            <pc:docMk/>
            <pc:sldMk cId="1799902876" sldId="319"/>
            <ac:spMk id="3" creationId="{157D3B4A-E4C1-B6C2-A0D9-3B62B807348C}"/>
          </ac:spMkLst>
        </pc:spChg>
        <pc:spChg chg="add mod">
          <ac:chgData name="冥玖 水一" userId="40a28700007bafbd" providerId="LiveId" clId="{F950B7F7-DE41-465A-BAE9-6546644FC50A}" dt="2024-10-09T15:30:24.610" v="352"/>
          <ac:spMkLst>
            <pc:docMk/>
            <pc:sldMk cId="1799902876" sldId="319"/>
            <ac:spMk id="4" creationId="{CCE4DD81-5AC0-DECE-790C-F42E9EB7CDE3}"/>
          </ac:spMkLst>
        </pc:spChg>
        <pc:spChg chg="add mod">
          <ac:chgData name="冥玖 水一" userId="40a28700007bafbd" providerId="LiveId" clId="{F950B7F7-DE41-465A-BAE9-6546644FC50A}" dt="2024-10-09T15:30:24.610" v="352"/>
          <ac:spMkLst>
            <pc:docMk/>
            <pc:sldMk cId="1799902876" sldId="319"/>
            <ac:spMk id="5" creationId="{FA743C07-1959-3BB5-4874-F72CA0FD8340}"/>
          </ac:spMkLst>
        </pc:spChg>
        <pc:spChg chg="add mod">
          <ac:chgData name="冥玖 水一" userId="40a28700007bafbd" providerId="LiveId" clId="{F950B7F7-DE41-465A-BAE9-6546644FC50A}" dt="2024-10-09T15:30:24.610" v="352"/>
          <ac:spMkLst>
            <pc:docMk/>
            <pc:sldMk cId="1799902876" sldId="319"/>
            <ac:spMk id="7" creationId="{C6E55BFF-1621-DEFB-DC0A-65E8DE9E5F49}"/>
          </ac:spMkLst>
        </pc:spChg>
        <pc:spChg chg="mod">
          <ac:chgData name="冥玖 水一" userId="40a28700007bafbd" providerId="LiveId" clId="{F950B7F7-DE41-465A-BAE9-6546644FC50A}" dt="2024-10-09T15:30:24.610" v="352"/>
          <ac:spMkLst>
            <pc:docMk/>
            <pc:sldMk cId="1799902876" sldId="319"/>
            <ac:spMk id="10" creationId="{CF7DFDE2-4492-08C4-6D6C-567EA3281011}"/>
          </ac:spMkLst>
        </pc:spChg>
        <pc:spChg chg="add mod">
          <ac:chgData name="冥玖 水一" userId="40a28700007bafbd" providerId="LiveId" clId="{F950B7F7-DE41-465A-BAE9-6546644FC50A}" dt="2024-10-09T15:30:24.610" v="352"/>
          <ac:spMkLst>
            <pc:docMk/>
            <pc:sldMk cId="1799902876" sldId="319"/>
            <ac:spMk id="13" creationId="{55F8B95A-5D95-1468-4BE4-92AAE77E3036}"/>
          </ac:spMkLst>
        </pc:spChg>
        <pc:spChg chg="add mod">
          <ac:chgData name="冥玖 水一" userId="40a28700007bafbd" providerId="LiveId" clId="{F950B7F7-DE41-465A-BAE9-6546644FC50A}" dt="2024-10-09T15:30:24.610" v="352"/>
          <ac:spMkLst>
            <pc:docMk/>
            <pc:sldMk cId="1799902876" sldId="319"/>
            <ac:spMk id="14" creationId="{67F308FF-D768-D49B-B772-A0CF82814725}"/>
          </ac:spMkLst>
        </pc:spChg>
        <pc:spChg chg="add mod">
          <ac:chgData name="冥玖 水一" userId="40a28700007bafbd" providerId="LiveId" clId="{F950B7F7-DE41-465A-BAE9-6546644FC50A}" dt="2024-10-09T15:30:24.610" v="352"/>
          <ac:spMkLst>
            <pc:docMk/>
            <pc:sldMk cId="1799902876" sldId="319"/>
            <ac:spMk id="18" creationId="{DA1EA40F-1BE5-CEB6-8B84-C502E2EF984F}"/>
          </ac:spMkLst>
        </pc:spChg>
        <pc:spChg chg="mod">
          <ac:chgData name="冥玖 水一" userId="40a28700007bafbd" providerId="LiveId" clId="{F950B7F7-DE41-465A-BAE9-6546644FC50A}" dt="2024-10-09T15:30:24.610" v="352"/>
          <ac:spMkLst>
            <pc:docMk/>
            <pc:sldMk cId="1799902876" sldId="319"/>
            <ac:spMk id="23" creationId="{0484C647-578A-7993-2D6C-819ECDBDC346}"/>
          </ac:spMkLst>
        </pc:spChg>
        <pc:grpChg chg="add mod">
          <ac:chgData name="冥玖 水一" userId="40a28700007bafbd" providerId="LiveId" clId="{F950B7F7-DE41-465A-BAE9-6546644FC50A}" dt="2024-10-09T15:30:24.610" v="352"/>
          <ac:grpSpMkLst>
            <pc:docMk/>
            <pc:sldMk cId="1799902876" sldId="319"/>
            <ac:grpSpMk id="8" creationId="{F734AD1D-0FD6-C379-7E8B-36F4438C7339}"/>
          </ac:grpSpMkLst>
        </pc:grpChg>
        <pc:grpChg chg="add mod">
          <ac:chgData name="冥玖 水一" userId="40a28700007bafbd" providerId="LiveId" clId="{F950B7F7-DE41-465A-BAE9-6546644FC50A}" dt="2024-10-09T15:30:24.610" v="352"/>
          <ac:grpSpMkLst>
            <pc:docMk/>
            <pc:sldMk cId="1799902876" sldId="319"/>
            <ac:grpSpMk id="21" creationId="{D3961807-F9F5-09BE-106F-D0460D68A713}"/>
          </ac:grpSpMkLst>
        </pc:grpChg>
        <pc:picChg chg="mod">
          <ac:chgData name="冥玖 水一" userId="40a28700007bafbd" providerId="LiveId" clId="{F950B7F7-DE41-465A-BAE9-6546644FC50A}" dt="2024-10-09T15:30:24.610" v="352"/>
          <ac:picMkLst>
            <pc:docMk/>
            <pc:sldMk cId="1799902876" sldId="319"/>
            <ac:picMk id="12" creationId="{1A256FB7-CF60-90B5-7107-AB62014AF744}"/>
          </ac:picMkLst>
        </pc:picChg>
        <pc:cxnChg chg="mod">
          <ac:chgData name="冥玖 水一" userId="40a28700007bafbd" providerId="LiveId" clId="{F950B7F7-DE41-465A-BAE9-6546644FC50A}" dt="2024-10-09T15:30:24.610" v="352"/>
          <ac:cxnSpMkLst>
            <pc:docMk/>
            <pc:sldMk cId="1799902876" sldId="319"/>
            <ac:cxnSpMk id="24" creationId="{0670DE34-B6F9-571C-3693-DCD62333C4ED}"/>
          </ac:cxnSpMkLst>
        </pc:cxnChg>
      </pc:sldChg>
      <pc:sldChg chg="addSp delSp modSp mod">
        <pc:chgData name="冥玖 水一" userId="40a28700007bafbd" providerId="LiveId" clId="{F950B7F7-DE41-465A-BAE9-6546644FC50A}" dt="2024-10-09T15:35:37.409" v="368"/>
        <pc:sldMkLst>
          <pc:docMk/>
          <pc:sldMk cId="1240212408" sldId="320"/>
        </pc:sldMkLst>
        <pc:spChg chg="del">
          <ac:chgData name="冥玖 水一" userId="40a28700007bafbd" providerId="LiveId" clId="{F950B7F7-DE41-465A-BAE9-6546644FC50A}" dt="2024-10-09T15:15:27.846" v="335" actId="478"/>
          <ac:spMkLst>
            <pc:docMk/>
            <pc:sldMk cId="1240212408" sldId="320"/>
            <ac:spMk id="6" creationId="{C30179D3-B91D-C722-2243-4A600B52FE8A}"/>
          </ac:spMkLst>
        </pc:spChg>
        <pc:spChg chg="mod">
          <ac:chgData name="冥玖 水一" userId="40a28700007bafbd" providerId="LiveId" clId="{F950B7F7-DE41-465A-BAE9-6546644FC50A}" dt="2024-10-09T15:10:41.725" v="90" actId="14100"/>
          <ac:spMkLst>
            <pc:docMk/>
            <pc:sldMk cId="1240212408" sldId="320"/>
            <ac:spMk id="7" creationId="{3987C51F-36C8-70E3-8879-8AAD39D65DAE}"/>
          </ac:spMkLst>
        </pc:spChg>
        <pc:spChg chg="mod">
          <ac:chgData name="冥玖 水一" userId="40a28700007bafbd" providerId="LiveId" clId="{F950B7F7-DE41-465A-BAE9-6546644FC50A}" dt="2024-10-09T15:15:15.045" v="334" actId="113"/>
          <ac:spMkLst>
            <pc:docMk/>
            <pc:sldMk cId="1240212408" sldId="320"/>
            <ac:spMk id="8" creationId="{F2B686EC-3A99-9885-860B-CDC09590B05A}"/>
          </ac:spMkLst>
        </pc:spChg>
        <pc:spChg chg="mod">
          <ac:chgData name="冥玖 水一" userId="40a28700007bafbd" providerId="LiveId" clId="{F950B7F7-DE41-465A-BAE9-6546644FC50A}" dt="2024-10-09T15:35:37.409" v="368"/>
          <ac:spMkLst>
            <pc:docMk/>
            <pc:sldMk cId="1240212408" sldId="320"/>
            <ac:spMk id="9" creationId="{B64FC37A-919C-FE10-426C-B40535B00BEB}"/>
          </ac:spMkLst>
        </pc:spChg>
        <pc:spChg chg="mod">
          <ac:chgData name="冥玖 水一" userId="40a28700007bafbd" providerId="LiveId" clId="{F950B7F7-DE41-465A-BAE9-6546644FC50A}" dt="2024-10-09T15:09:01.155" v="78" actId="20577"/>
          <ac:spMkLst>
            <pc:docMk/>
            <pc:sldMk cId="1240212408" sldId="320"/>
            <ac:spMk id="10" creationId="{256F49C6-7622-1E85-0339-A7173FF0DFC5}"/>
          </ac:spMkLst>
        </pc:spChg>
        <pc:spChg chg="mod">
          <ac:chgData name="冥玖 水一" userId="40a28700007bafbd" providerId="LiveId" clId="{F950B7F7-DE41-465A-BAE9-6546644FC50A}" dt="2024-10-09T15:10:38.486" v="89" actId="14100"/>
          <ac:spMkLst>
            <pc:docMk/>
            <pc:sldMk cId="1240212408" sldId="320"/>
            <ac:spMk id="11" creationId="{8D7DD7AD-2DB3-1677-F4F0-5D25C6297A3A}"/>
          </ac:spMkLst>
        </pc:spChg>
        <pc:spChg chg="mod">
          <ac:chgData name="冥玖 水一" userId="40a28700007bafbd" providerId="LiveId" clId="{F950B7F7-DE41-465A-BAE9-6546644FC50A}" dt="2024-10-09T15:15:10.795" v="332" actId="113"/>
          <ac:spMkLst>
            <pc:docMk/>
            <pc:sldMk cId="1240212408" sldId="320"/>
            <ac:spMk id="12" creationId="{60D954D1-709D-6972-CE8D-795265CD5A95}"/>
          </ac:spMkLst>
        </pc:spChg>
        <pc:spChg chg="mod">
          <ac:chgData name="冥玖 水一" userId="40a28700007bafbd" providerId="LiveId" clId="{F950B7F7-DE41-465A-BAE9-6546644FC50A}" dt="2024-10-09T15:35:35.543" v="366"/>
          <ac:spMkLst>
            <pc:docMk/>
            <pc:sldMk cId="1240212408" sldId="320"/>
            <ac:spMk id="13" creationId="{31F41C60-0004-E6AF-B360-C292BA283C24}"/>
          </ac:spMkLst>
        </pc:spChg>
        <pc:spChg chg="mod">
          <ac:chgData name="冥玖 水一" userId="40a28700007bafbd" providerId="LiveId" clId="{F950B7F7-DE41-465A-BAE9-6546644FC50A}" dt="2024-10-09T15:08:20.518" v="64" actId="14100"/>
          <ac:spMkLst>
            <pc:docMk/>
            <pc:sldMk cId="1240212408" sldId="320"/>
            <ac:spMk id="14" creationId="{F7AE2154-01E8-BCCF-14DE-E949573381F8}"/>
          </ac:spMkLst>
        </pc:spChg>
        <pc:spChg chg="mod">
          <ac:chgData name="冥玖 水一" userId="40a28700007bafbd" providerId="LiveId" clId="{F950B7F7-DE41-465A-BAE9-6546644FC50A}" dt="2024-10-09T15:10:35.085" v="88" actId="14100"/>
          <ac:spMkLst>
            <pc:docMk/>
            <pc:sldMk cId="1240212408" sldId="320"/>
            <ac:spMk id="15" creationId="{8E663AAC-A1C1-7FB3-18D1-6501770CCFC0}"/>
          </ac:spMkLst>
        </pc:spChg>
        <pc:spChg chg="mod">
          <ac:chgData name="冥玖 水一" userId="40a28700007bafbd" providerId="LiveId" clId="{F950B7F7-DE41-465A-BAE9-6546644FC50A}" dt="2024-10-09T15:11:22.785" v="95" actId="113"/>
          <ac:spMkLst>
            <pc:docMk/>
            <pc:sldMk cId="1240212408" sldId="320"/>
            <ac:spMk id="16" creationId="{FC94D986-F4DD-A7DA-8302-1B91307315BD}"/>
          </ac:spMkLst>
        </pc:spChg>
        <pc:spChg chg="mod">
          <ac:chgData name="冥玖 水一" userId="40a28700007bafbd" providerId="LiveId" clId="{F950B7F7-DE41-465A-BAE9-6546644FC50A}" dt="2024-10-09T15:35:27.013" v="364" actId="207"/>
          <ac:spMkLst>
            <pc:docMk/>
            <pc:sldMk cId="1240212408" sldId="320"/>
            <ac:spMk id="17" creationId="{B3BD6799-E3CF-04E3-3EEB-1E616F4B149E}"/>
          </ac:spMkLst>
        </pc:spChg>
        <pc:spChg chg="mod">
          <ac:chgData name="冥玖 水一" userId="40a28700007bafbd" providerId="LiveId" clId="{F950B7F7-DE41-465A-BAE9-6546644FC50A}" dt="2024-10-09T15:07:01.097" v="38" actId="20577"/>
          <ac:spMkLst>
            <pc:docMk/>
            <pc:sldMk cId="1240212408" sldId="320"/>
            <ac:spMk id="18" creationId="{4D219D8C-C8A4-2A24-73A3-FDD5D0C69526}"/>
          </ac:spMkLst>
        </pc:spChg>
        <pc:spChg chg="add">
          <ac:chgData name="冥玖 水一" userId="40a28700007bafbd" providerId="LiveId" clId="{F950B7F7-DE41-465A-BAE9-6546644FC50A}" dt="2024-10-09T15:09:45.296" v="82"/>
          <ac:spMkLst>
            <pc:docMk/>
            <pc:sldMk cId="1240212408" sldId="320"/>
            <ac:spMk id="19" creationId="{29F4CD19-5D62-0FE9-37C3-AC8E5BAF32DA}"/>
          </ac:spMkLst>
        </pc:spChg>
        <pc:spChg chg="add">
          <ac:chgData name="冥玖 水一" userId="40a28700007bafbd" providerId="LiveId" clId="{F950B7F7-DE41-465A-BAE9-6546644FC50A}" dt="2024-10-09T15:09:47.036" v="83"/>
          <ac:spMkLst>
            <pc:docMk/>
            <pc:sldMk cId="1240212408" sldId="320"/>
            <ac:spMk id="20" creationId="{D8D45BAA-2C55-2B72-C1F1-099EFE77DC85}"/>
          </ac:spMkLst>
        </pc:spChg>
        <pc:spChg chg="add">
          <ac:chgData name="冥玖 水一" userId="40a28700007bafbd" providerId="LiveId" clId="{F950B7F7-DE41-465A-BAE9-6546644FC50A}" dt="2024-10-09T15:11:51.434" v="96"/>
          <ac:spMkLst>
            <pc:docMk/>
            <pc:sldMk cId="1240212408" sldId="320"/>
            <ac:spMk id="21" creationId="{0D57DBD4-1238-78A9-1EE8-20F7F5AC2E72}"/>
          </ac:spMkLst>
        </pc:spChg>
        <pc:spChg chg="add mod">
          <ac:chgData name="冥玖 水一" userId="40a28700007bafbd" providerId="LiveId" clId="{F950B7F7-DE41-465A-BAE9-6546644FC50A}" dt="2024-10-09T15:15:28.160" v="336"/>
          <ac:spMkLst>
            <pc:docMk/>
            <pc:sldMk cId="1240212408" sldId="320"/>
            <ac:spMk id="22" creationId="{CA0418C3-0ECA-E738-8085-F8DAD4FDE98B}"/>
          </ac:spMkLst>
        </pc:spChg>
        <pc:grpChg chg="add mod">
          <ac:chgData name="冥玖 水一" userId="40a28700007bafbd" providerId="LiveId" clId="{F950B7F7-DE41-465A-BAE9-6546644FC50A}" dt="2024-10-09T15:10:32.446" v="87" actId="1076"/>
          <ac:grpSpMkLst>
            <pc:docMk/>
            <pc:sldMk cId="1240212408" sldId="320"/>
            <ac:grpSpMk id="2" creationId="{3793E6A6-7317-CCE6-95CF-B0D82EBB977A}"/>
          </ac:grpSpMkLst>
        </pc:grpChg>
        <pc:grpChg chg="mod">
          <ac:chgData name="冥玖 水一" userId="40a28700007bafbd" providerId="LiveId" clId="{F950B7F7-DE41-465A-BAE9-6546644FC50A}" dt="2024-10-09T15:03:07.642" v="17"/>
          <ac:grpSpMkLst>
            <pc:docMk/>
            <pc:sldMk cId="1240212408" sldId="320"/>
            <ac:grpSpMk id="3" creationId="{1ABF2E22-DF3B-08C9-F920-F74DD23FF823}"/>
          </ac:grpSpMkLst>
        </pc:grpChg>
        <pc:grpChg chg="mod">
          <ac:chgData name="冥玖 水一" userId="40a28700007bafbd" providerId="LiveId" clId="{F950B7F7-DE41-465A-BAE9-6546644FC50A}" dt="2024-10-09T15:03:07.642" v="17"/>
          <ac:grpSpMkLst>
            <pc:docMk/>
            <pc:sldMk cId="1240212408" sldId="320"/>
            <ac:grpSpMk id="4" creationId="{D71E1533-5776-4CB0-0C76-84EBFA695F53}"/>
          </ac:grpSpMkLst>
        </pc:grpChg>
        <pc:grpChg chg="mod">
          <ac:chgData name="冥玖 水一" userId="40a28700007bafbd" providerId="LiveId" clId="{F950B7F7-DE41-465A-BAE9-6546644FC50A}" dt="2024-10-09T15:03:07.642" v="17"/>
          <ac:grpSpMkLst>
            <pc:docMk/>
            <pc:sldMk cId="1240212408" sldId="320"/>
            <ac:grpSpMk id="5" creationId="{EB549791-D266-1167-2C1C-21C004EDE0ED}"/>
          </ac:grpSpMkLst>
        </pc:grpChg>
      </pc:sldChg>
      <pc:sldChg chg="addSp delSp modSp add mod ord">
        <pc:chgData name="冥玖 水一" userId="40a28700007bafbd" providerId="LiveId" clId="{F950B7F7-DE41-465A-BAE9-6546644FC50A}" dt="2024-10-09T15:33:54.826" v="363"/>
        <pc:sldMkLst>
          <pc:docMk/>
          <pc:sldMk cId="2231120729" sldId="321"/>
        </pc:sldMkLst>
        <pc:spChg chg="topLvl">
          <ac:chgData name="冥玖 水一" userId="40a28700007bafbd" providerId="LiveId" clId="{F950B7F7-DE41-465A-BAE9-6546644FC50A}" dt="2024-10-09T15:33:47.212" v="361" actId="478"/>
          <ac:spMkLst>
            <pc:docMk/>
            <pc:sldMk cId="2231120729" sldId="321"/>
            <ac:spMk id="10" creationId="{CF7DFDE2-4492-08C4-6D6C-567EA3281011}"/>
          </ac:spMkLst>
        </pc:spChg>
        <pc:spChg chg="mod">
          <ac:chgData name="冥玖 水一" userId="40a28700007bafbd" providerId="LiveId" clId="{F950B7F7-DE41-465A-BAE9-6546644FC50A}" dt="2024-10-09T15:30:44.189" v="356" actId="14100"/>
          <ac:spMkLst>
            <pc:docMk/>
            <pc:sldMk cId="2231120729" sldId="321"/>
            <ac:spMk id="14" creationId="{67F308FF-D768-D49B-B772-A0CF82814725}"/>
          </ac:spMkLst>
        </pc:spChg>
        <pc:spChg chg="mod">
          <ac:chgData name="冥玖 水一" userId="40a28700007bafbd" providerId="LiveId" clId="{F950B7F7-DE41-465A-BAE9-6546644FC50A}" dt="2024-10-09T15:30:54.030" v="358" actId="1076"/>
          <ac:spMkLst>
            <pc:docMk/>
            <pc:sldMk cId="2231120729" sldId="321"/>
            <ac:spMk id="18" creationId="{DA1EA40F-1BE5-CEB6-8B84-C502E2EF984F}"/>
          </ac:spMkLst>
        </pc:spChg>
        <pc:grpChg chg="add del mod">
          <ac:chgData name="冥玖 水一" userId="40a28700007bafbd" providerId="LiveId" clId="{F950B7F7-DE41-465A-BAE9-6546644FC50A}" dt="2024-10-09T15:33:47.212" v="361" actId="478"/>
          <ac:grpSpMkLst>
            <pc:docMk/>
            <pc:sldMk cId="2231120729" sldId="321"/>
            <ac:grpSpMk id="8" creationId="{F734AD1D-0FD6-C379-7E8B-36F4438C7339}"/>
          </ac:grpSpMkLst>
        </pc:grpChg>
        <pc:grpChg chg="mod">
          <ac:chgData name="冥玖 水一" userId="40a28700007bafbd" providerId="LiveId" clId="{F950B7F7-DE41-465A-BAE9-6546644FC50A}" dt="2024-10-09T15:30:44.189" v="356" actId="14100"/>
          <ac:grpSpMkLst>
            <pc:docMk/>
            <pc:sldMk cId="2231120729" sldId="321"/>
            <ac:grpSpMk id="21" creationId="{D3961807-F9F5-09BE-106F-D0460D68A713}"/>
          </ac:grpSpMkLst>
        </pc:grpChg>
        <pc:picChg chg="del topLvl">
          <ac:chgData name="冥玖 水一" userId="40a28700007bafbd" providerId="LiveId" clId="{F950B7F7-DE41-465A-BAE9-6546644FC50A}" dt="2024-10-09T15:33:47.212" v="361" actId="478"/>
          <ac:picMkLst>
            <pc:docMk/>
            <pc:sldMk cId="2231120729" sldId="321"/>
            <ac:picMk id="12" creationId="{1A256FB7-CF60-90B5-7107-AB62014AF744}"/>
          </ac:picMkLst>
        </pc:picChg>
      </pc:sldChg>
      <pc:sldChg chg="modSp add del mod">
        <pc:chgData name="冥玖 水一" userId="40a28700007bafbd" providerId="LiveId" clId="{F950B7F7-DE41-465A-BAE9-6546644FC50A}" dt="2024-10-09T15:30:31.940" v="353" actId="47"/>
        <pc:sldMkLst>
          <pc:docMk/>
          <pc:sldMk cId="3205452935" sldId="321"/>
        </pc:sldMkLst>
        <pc:spChg chg="mod">
          <ac:chgData name="冥玖 水一" userId="40a28700007bafbd" providerId="LiveId" clId="{F950B7F7-DE41-465A-BAE9-6546644FC50A}" dt="2024-10-09T15:30:12.197" v="339" actId="947"/>
          <ac:spMkLst>
            <pc:docMk/>
            <pc:sldMk cId="3205452935" sldId="321"/>
            <ac:spMk id="2" creationId="{6C289D52-843D-42F9-8C2C-F1B441327007}"/>
          </ac:spMkLst>
        </pc:spChg>
        <pc:spChg chg="mod">
          <ac:chgData name="冥玖 水一" userId="40a28700007bafbd" providerId="LiveId" clId="{F950B7F7-DE41-465A-BAE9-6546644FC50A}" dt="2024-10-09T15:30:12.210" v="341" actId="947"/>
          <ac:spMkLst>
            <pc:docMk/>
            <pc:sldMk cId="3205452935" sldId="321"/>
            <ac:spMk id="3" creationId="{F2B0DF90-514B-4AF9-BEE5-FCFC0616FAC5}"/>
          </ac:spMkLst>
        </pc:spChg>
        <pc:spChg chg="mod">
          <ac:chgData name="冥玖 水一" userId="40a28700007bafbd" providerId="LiveId" clId="{F950B7F7-DE41-465A-BAE9-6546644FC50A}" dt="2024-10-09T15:30:12.217" v="343" actId="947"/>
          <ac:spMkLst>
            <pc:docMk/>
            <pc:sldMk cId="3205452935" sldId="321"/>
            <ac:spMk id="28" creationId="{258579E7-A0C9-41EA-8865-30C8D63B116A}"/>
          </ac:spMkLst>
        </pc:spChg>
        <pc:spChg chg="mod">
          <ac:chgData name="冥玖 水一" userId="40a28700007bafbd" providerId="LiveId" clId="{F950B7F7-DE41-465A-BAE9-6546644FC50A}" dt="2024-10-09T15:30:12.225" v="345" actId="947"/>
          <ac:spMkLst>
            <pc:docMk/>
            <pc:sldMk cId="3205452935" sldId="321"/>
            <ac:spMk id="32" creationId="{4279C471-31D1-4302-8D28-5F69656E3E90}"/>
          </ac:spMkLst>
        </pc:spChg>
        <pc:spChg chg="mod">
          <ac:chgData name="冥玖 水一" userId="40a28700007bafbd" providerId="LiveId" clId="{F950B7F7-DE41-465A-BAE9-6546644FC50A}" dt="2024-10-09T15:30:12.230" v="347" actId="947"/>
          <ac:spMkLst>
            <pc:docMk/>
            <pc:sldMk cId="3205452935" sldId="321"/>
            <ac:spMk id="33" creationId="{AE0CD751-52C9-46D4-87C1-CCE8DB638959}"/>
          </ac:spMkLst>
        </pc:spChg>
        <pc:spChg chg="mod">
          <ac:chgData name="冥玖 水一" userId="40a28700007bafbd" providerId="LiveId" clId="{F950B7F7-DE41-465A-BAE9-6546644FC50A}" dt="2024-10-09T15:30:12.240" v="349" actId="947"/>
          <ac:spMkLst>
            <pc:docMk/>
            <pc:sldMk cId="3205452935" sldId="321"/>
            <ac:spMk id="34" creationId="{F9235DA8-1199-4AD3-9BF1-3ED5F79EB330}"/>
          </ac:spMkLst>
        </pc:spChg>
        <pc:spChg chg="mod">
          <ac:chgData name="冥玖 水一" userId="40a28700007bafbd" providerId="LiveId" clId="{F950B7F7-DE41-465A-BAE9-6546644FC50A}" dt="2024-10-09T15:30:12.241" v="351" actId="947"/>
          <ac:spMkLst>
            <pc:docMk/>
            <pc:sldMk cId="3205452935" sldId="321"/>
            <ac:spMk id="44" creationId="{29839498-856C-4E81-9158-D90B25514DB2}"/>
          </ac:spMkLst>
        </pc:spChg>
      </pc:sldChg>
      <pc:sldChg chg="add">
        <pc:chgData name="冥玖 水一" userId="40a28700007bafbd" providerId="LiveId" clId="{F950B7F7-DE41-465A-BAE9-6546644FC50A}" dt="2024-10-10T02:44:50.084" v="369"/>
        <pc:sldMkLst>
          <pc:docMk/>
          <pc:sldMk cId="441522839" sldId="322"/>
        </pc:sldMkLst>
      </pc:sldChg>
      <pc:sldChg chg="modSp add del mod">
        <pc:chgData name="冥玖 水一" userId="40a28700007bafbd" providerId="LiveId" clId="{F950B7F7-DE41-465A-BAE9-6546644FC50A}" dt="2024-10-09T15:03:15.095" v="18" actId="47"/>
        <pc:sldMkLst>
          <pc:docMk/>
          <pc:sldMk cId="677384577" sldId="364"/>
        </pc:sldMkLst>
        <pc:spChg chg="mod">
          <ac:chgData name="冥玖 水一" userId="40a28700007bafbd" providerId="LiveId" clId="{F950B7F7-DE41-465A-BAE9-6546644FC50A}" dt="2024-10-09T15:02:57.013" v="4" actId="947"/>
          <ac:spMkLst>
            <pc:docMk/>
            <pc:sldMk cId="677384577" sldId="364"/>
            <ac:spMk id="3" creationId="{CA8A43E6-2594-3139-73F8-8A605970028C}"/>
          </ac:spMkLst>
        </pc:spChg>
        <pc:spChg chg="mod">
          <ac:chgData name="冥玖 水一" userId="40a28700007bafbd" providerId="LiveId" clId="{F950B7F7-DE41-465A-BAE9-6546644FC50A}" dt="2024-10-09T15:02:57.035" v="6" actId="947"/>
          <ac:spMkLst>
            <pc:docMk/>
            <pc:sldMk cId="677384577" sldId="364"/>
            <ac:spMk id="5" creationId="{B1A47027-E05A-4811-F558-87CAE2BF972D}"/>
          </ac:spMkLst>
        </pc:spChg>
        <pc:spChg chg="mod">
          <ac:chgData name="冥玖 水一" userId="40a28700007bafbd" providerId="LiveId" clId="{F950B7F7-DE41-465A-BAE9-6546644FC50A}" dt="2024-10-09T15:02:57.048" v="8" actId="947"/>
          <ac:spMkLst>
            <pc:docMk/>
            <pc:sldMk cId="677384577" sldId="364"/>
            <ac:spMk id="7" creationId="{22F95B97-7853-DD9D-890A-570F9B3085B6}"/>
          </ac:spMkLst>
        </pc:spChg>
        <pc:spChg chg="mod">
          <ac:chgData name="冥玖 水一" userId="40a28700007bafbd" providerId="LiveId" clId="{F950B7F7-DE41-465A-BAE9-6546644FC50A}" dt="2024-10-09T15:02:57.050" v="10" actId="947"/>
          <ac:spMkLst>
            <pc:docMk/>
            <pc:sldMk cId="677384577" sldId="364"/>
            <ac:spMk id="9" creationId="{A0B26B39-F02B-FC9E-B170-A7ADB07C0A6B}"/>
          </ac:spMkLst>
        </pc:spChg>
        <pc:spChg chg="mod">
          <ac:chgData name="冥玖 水一" userId="40a28700007bafbd" providerId="LiveId" clId="{F950B7F7-DE41-465A-BAE9-6546644FC50A}" dt="2024-10-09T15:02:57.062" v="12" actId="947"/>
          <ac:spMkLst>
            <pc:docMk/>
            <pc:sldMk cId="677384577" sldId="364"/>
            <ac:spMk id="11" creationId="{B2033AEA-A206-E286-A0DA-8EE9BDF2D1E7}"/>
          </ac:spMkLst>
        </pc:spChg>
        <pc:spChg chg="mod">
          <ac:chgData name="冥玖 水一" userId="40a28700007bafbd" providerId="LiveId" clId="{F950B7F7-DE41-465A-BAE9-6546644FC50A}" dt="2024-10-09T15:02:57.065" v="14" actId="947"/>
          <ac:spMkLst>
            <pc:docMk/>
            <pc:sldMk cId="677384577" sldId="364"/>
            <ac:spMk id="13" creationId="{5B967C70-5049-3B0C-F643-229033ED6D00}"/>
          </ac:spMkLst>
        </pc:spChg>
        <pc:spChg chg="mod">
          <ac:chgData name="冥玖 水一" userId="40a28700007bafbd" providerId="LiveId" clId="{F950B7F7-DE41-465A-BAE9-6546644FC50A}" dt="2024-10-09T15:02:57.075" v="16" actId="947"/>
          <ac:spMkLst>
            <pc:docMk/>
            <pc:sldMk cId="677384577" sldId="364"/>
            <ac:spMk id="23" creationId="{836B1430-8B6A-EF66-40E1-3E77B6253D03}"/>
          </ac:spMkLst>
        </pc:spChg>
      </pc:sldChg>
      <pc:sldMasterChg chg="delSldLayout modSldLayout">
        <pc:chgData name="冥玖 水一" userId="40a28700007bafbd" providerId="LiveId" clId="{F950B7F7-DE41-465A-BAE9-6546644FC50A}" dt="2024-10-09T15:30:31.940" v="353" actId="47"/>
        <pc:sldMasterMkLst>
          <pc:docMk/>
          <pc:sldMasterMk cId="2071910918" sldId="2147483648"/>
        </pc:sldMasterMkLst>
        <pc:sldLayoutChg chg="del">
          <pc:chgData name="冥玖 水一" userId="40a28700007bafbd" providerId="LiveId" clId="{F950B7F7-DE41-465A-BAE9-6546644FC50A}" dt="2024-10-09T15:30:31.940" v="353" actId="47"/>
          <pc:sldLayoutMkLst>
            <pc:docMk/>
            <pc:sldMasterMk cId="2071910918" sldId="2147483648"/>
            <pc:sldLayoutMk cId="2174910983" sldId="2147483661"/>
          </pc:sldLayoutMkLst>
        </pc:sldLayoutChg>
        <pc:sldLayoutChg chg="delSp del mod">
          <pc:chgData name="冥玖 水一" userId="40a28700007bafbd" providerId="LiveId" clId="{F950B7F7-DE41-465A-BAE9-6546644FC50A}" dt="2024-10-09T15:03:15.095" v="18" actId="47"/>
          <pc:sldLayoutMkLst>
            <pc:docMk/>
            <pc:sldMasterMk cId="2071910918" sldId="2147483648"/>
            <pc:sldLayoutMk cId="3563634018" sldId="2147483661"/>
          </pc:sldLayoutMkLst>
          <pc:spChg chg="del">
            <ac:chgData name="冥玖 水一" userId="40a28700007bafbd" providerId="LiveId" clId="{F950B7F7-DE41-465A-BAE9-6546644FC50A}" dt="2024-10-09T15:02:56.910" v="2"/>
            <ac:spMkLst>
              <pc:docMk/>
              <pc:sldMasterMk cId="2071910918" sldId="2147483648"/>
              <pc:sldLayoutMk cId="3563634018" sldId="2147483661"/>
              <ac:spMk id="2" creationId="{324D360B-2AA1-E70C-62AB-786446693C78}"/>
            </ac:spMkLst>
          </pc:spChg>
          <pc:spChg chg="del">
            <ac:chgData name="冥玖 水一" userId="40a28700007bafbd" providerId="LiveId" clId="{F950B7F7-DE41-465A-BAE9-6546644FC50A}" dt="2024-10-09T15:02:56.910" v="2"/>
            <ac:spMkLst>
              <pc:docMk/>
              <pc:sldMasterMk cId="2071910918" sldId="2147483648"/>
              <pc:sldLayoutMk cId="3563634018" sldId="2147483661"/>
              <ac:spMk id="3" creationId="{8758B1E6-5EE8-92B2-C1A2-FAF29A10DCBA}"/>
            </ac:spMkLst>
          </pc:spChg>
          <pc:spChg chg="del">
            <ac:chgData name="冥玖 水一" userId="40a28700007bafbd" providerId="LiveId" clId="{F950B7F7-DE41-465A-BAE9-6546644FC50A}" dt="2024-10-09T15:02:56.910" v="2"/>
            <ac:spMkLst>
              <pc:docMk/>
              <pc:sldMasterMk cId="2071910918" sldId="2147483648"/>
              <pc:sldLayoutMk cId="3563634018" sldId="2147483661"/>
              <ac:spMk id="4" creationId="{3C99F8CF-CD31-DD7C-2B28-61748F96154C}"/>
            </ac:spMkLst>
          </pc:spChg>
          <pc:spChg chg="del">
            <ac:chgData name="冥玖 水一" userId="40a28700007bafbd" providerId="LiveId" clId="{F950B7F7-DE41-465A-BAE9-6546644FC50A}" dt="2024-10-09T15:02:56.910" v="2"/>
            <ac:spMkLst>
              <pc:docMk/>
              <pc:sldMasterMk cId="2071910918" sldId="2147483648"/>
              <pc:sldLayoutMk cId="3563634018" sldId="2147483661"/>
              <ac:spMk id="5" creationId="{298E07B4-3D6B-D2A4-FB4C-CD18D175FBE9}"/>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EEF618-3D8D-4251-8396-6E37F9E062F0}" type="datetimeFigureOut">
              <a:rPr lang="zh-CN" altLang="en-US" smtClean="0"/>
              <a:t>2024/10/11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D299E-099E-45AF-8ECA-1F4481667C3C}" type="slidenum">
              <a:rPr lang="zh-CN" altLang="en-US" smtClean="0"/>
              <a:t>‹#›</a:t>
            </a:fld>
            <a:endParaRPr lang="zh-CN" altLang="en-US"/>
          </a:p>
        </p:txBody>
      </p:sp>
    </p:spTree>
    <p:extLst>
      <p:ext uri="{BB962C8B-B14F-4D97-AF65-F5344CB8AC3E}">
        <p14:creationId xmlns:p14="http://schemas.microsoft.com/office/powerpoint/2010/main" val="3547347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1</a:t>
            </a:fld>
            <a:endParaRPr lang="zh-CN" altLang="en-US"/>
          </a:p>
        </p:txBody>
      </p:sp>
    </p:spTree>
    <p:extLst>
      <p:ext uri="{BB962C8B-B14F-4D97-AF65-F5344CB8AC3E}">
        <p14:creationId xmlns:p14="http://schemas.microsoft.com/office/powerpoint/2010/main" val="1592431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3</a:t>
            </a:fld>
            <a:endParaRPr lang="zh-CN" altLang="en-US"/>
          </a:p>
        </p:txBody>
      </p:sp>
    </p:spTree>
    <p:extLst>
      <p:ext uri="{BB962C8B-B14F-4D97-AF65-F5344CB8AC3E}">
        <p14:creationId xmlns:p14="http://schemas.microsoft.com/office/powerpoint/2010/main" val="447819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4</a:t>
            </a:fld>
            <a:endParaRPr lang="zh-CN" altLang="en-US"/>
          </a:p>
        </p:txBody>
      </p:sp>
    </p:spTree>
    <p:extLst>
      <p:ext uri="{BB962C8B-B14F-4D97-AF65-F5344CB8AC3E}">
        <p14:creationId xmlns:p14="http://schemas.microsoft.com/office/powerpoint/2010/main" val="2729681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5</a:t>
            </a:fld>
            <a:endParaRPr lang="zh-CN" altLang="en-US"/>
          </a:p>
        </p:txBody>
      </p:sp>
    </p:spTree>
    <p:extLst>
      <p:ext uri="{BB962C8B-B14F-4D97-AF65-F5344CB8AC3E}">
        <p14:creationId xmlns:p14="http://schemas.microsoft.com/office/powerpoint/2010/main" val="2723771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6</a:t>
            </a:fld>
            <a:endParaRPr lang="zh-CN" altLang="en-US"/>
          </a:p>
        </p:txBody>
      </p:sp>
    </p:spTree>
    <p:extLst>
      <p:ext uri="{BB962C8B-B14F-4D97-AF65-F5344CB8AC3E}">
        <p14:creationId xmlns:p14="http://schemas.microsoft.com/office/powerpoint/2010/main" val="2062101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7</a:t>
            </a:fld>
            <a:endParaRPr lang="zh-CN" altLang="en-US"/>
          </a:p>
        </p:txBody>
      </p:sp>
    </p:spTree>
    <p:extLst>
      <p:ext uri="{BB962C8B-B14F-4D97-AF65-F5344CB8AC3E}">
        <p14:creationId xmlns:p14="http://schemas.microsoft.com/office/powerpoint/2010/main" val="2693676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8</a:t>
            </a:fld>
            <a:endParaRPr lang="zh-CN" altLang="en-US"/>
          </a:p>
        </p:txBody>
      </p:sp>
    </p:spTree>
    <p:extLst>
      <p:ext uri="{BB962C8B-B14F-4D97-AF65-F5344CB8AC3E}">
        <p14:creationId xmlns:p14="http://schemas.microsoft.com/office/powerpoint/2010/main" val="1601440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9</a:t>
            </a:fld>
            <a:endParaRPr lang="zh-CN" altLang="en-US"/>
          </a:p>
        </p:txBody>
      </p:sp>
    </p:spTree>
    <p:extLst>
      <p:ext uri="{BB962C8B-B14F-4D97-AF65-F5344CB8AC3E}">
        <p14:creationId xmlns:p14="http://schemas.microsoft.com/office/powerpoint/2010/main" val="183093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10</a:t>
            </a:fld>
            <a:endParaRPr lang="zh-CN" altLang="en-US"/>
          </a:p>
        </p:txBody>
      </p:sp>
    </p:spTree>
    <p:extLst>
      <p:ext uri="{BB962C8B-B14F-4D97-AF65-F5344CB8AC3E}">
        <p14:creationId xmlns:p14="http://schemas.microsoft.com/office/powerpoint/2010/main" val="578116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11</a:t>
            </a:fld>
            <a:endParaRPr lang="zh-CN" altLang="en-US"/>
          </a:p>
        </p:txBody>
      </p:sp>
    </p:spTree>
    <p:extLst>
      <p:ext uri="{BB962C8B-B14F-4D97-AF65-F5344CB8AC3E}">
        <p14:creationId xmlns:p14="http://schemas.microsoft.com/office/powerpoint/2010/main" val="3863155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12</a:t>
            </a:fld>
            <a:endParaRPr lang="zh-CN" altLang="en-US"/>
          </a:p>
        </p:txBody>
      </p:sp>
    </p:spTree>
    <p:extLst>
      <p:ext uri="{BB962C8B-B14F-4D97-AF65-F5344CB8AC3E}">
        <p14:creationId xmlns:p14="http://schemas.microsoft.com/office/powerpoint/2010/main" val="1830709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13</a:t>
            </a:fld>
            <a:endParaRPr lang="zh-CN" altLang="en-US"/>
          </a:p>
        </p:txBody>
      </p:sp>
    </p:spTree>
    <p:extLst>
      <p:ext uri="{BB962C8B-B14F-4D97-AF65-F5344CB8AC3E}">
        <p14:creationId xmlns:p14="http://schemas.microsoft.com/office/powerpoint/2010/main" val="3756079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14</a:t>
            </a:fld>
            <a:endParaRPr lang="zh-CN" altLang="en-US"/>
          </a:p>
        </p:txBody>
      </p:sp>
    </p:spTree>
    <p:extLst>
      <p:ext uri="{BB962C8B-B14F-4D97-AF65-F5344CB8AC3E}">
        <p14:creationId xmlns:p14="http://schemas.microsoft.com/office/powerpoint/2010/main" val="1985382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109E1-408E-448E-A843-3B36E2336416}" type="slidenum">
              <a:rPr lang="zh-CN" altLang="en-US" smtClean="0"/>
              <a:t>15</a:t>
            </a:fld>
            <a:endParaRPr lang="zh-CN" altLang="en-US"/>
          </a:p>
        </p:txBody>
      </p:sp>
    </p:spTree>
    <p:extLst>
      <p:ext uri="{BB962C8B-B14F-4D97-AF65-F5344CB8AC3E}">
        <p14:creationId xmlns:p14="http://schemas.microsoft.com/office/powerpoint/2010/main" val="382854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433A00-AA85-49AB-AE1F-D3721F3E530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59D36EB-6210-47B8-BA5C-AC256FFD8B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C61F01D-5D3C-4484-9210-2A1F40536261}"/>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5" name="页脚占位符 4">
            <a:extLst>
              <a:ext uri="{FF2B5EF4-FFF2-40B4-BE49-F238E27FC236}">
                <a16:creationId xmlns:a16="http://schemas.microsoft.com/office/drawing/2014/main" id="{02F1414E-0CBC-4380-A556-3CC128719F4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28A1F2-F4F0-497C-A358-4C7314E9FE15}"/>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1711275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BB737-2B5D-4528-89D4-6159F3AEAE2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E3A2F15-A0A1-4AF0-86EE-E52852EA1A2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E52355-0A74-4DAC-90F9-CBE37DF42DE0}"/>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5" name="页脚占位符 4">
            <a:extLst>
              <a:ext uri="{FF2B5EF4-FFF2-40B4-BE49-F238E27FC236}">
                <a16:creationId xmlns:a16="http://schemas.microsoft.com/office/drawing/2014/main" id="{A6FC6666-5352-4BB7-BCF1-55AA607E5EA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B44B04-FB2B-4C8B-9F9A-70A9F1513469}"/>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1796001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587AE8-3C94-4FE1-AE79-643D6B834D1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DBA571A-91C8-46F3-AA3B-BFFA522632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B284B18-E7CE-450E-9EDA-B65DAF50B688}"/>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5" name="页脚占位符 4">
            <a:extLst>
              <a:ext uri="{FF2B5EF4-FFF2-40B4-BE49-F238E27FC236}">
                <a16:creationId xmlns:a16="http://schemas.microsoft.com/office/drawing/2014/main" id="{CD7B1F8D-85FA-490C-AE32-AEF372D90C3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A4FA37-2374-4C08-B00C-4FC02E0591A7}"/>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3649422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F78B7F-7184-41EA-ABB1-5D1FC5CD30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50F83CE-83CD-4C6B-8D9D-7A5772B4AD3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5A6847E-A5BD-4C2B-B3C8-FEEEE8463C0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0EC59D6-377A-45E4-9B9A-4F9083EE0211}"/>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6" name="页脚占位符 5">
            <a:extLst>
              <a:ext uri="{FF2B5EF4-FFF2-40B4-BE49-F238E27FC236}">
                <a16:creationId xmlns:a16="http://schemas.microsoft.com/office/drawing/2014/main" id="{639BCA3A-721B-4F99-AD02-20A3A87EB6C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18C323D-F404-402C-9F75-A2DD59F69760}"/>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3695172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E3C194-ACB8-47C7-A623-3B7093941F4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D77D33C-8A66-4BEA-87B9-FD0203EF6F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A71F940-8999-4D07-83B3-EF26FD38F26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0C1E0B6-6D87-46BF-8B6B-D72D6F3232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ED7EA6C-0EA3-4880-B963-D5613B0AC4E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2730A5A-BDB4-4311-A77A-396BD953BCF5}"/>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8" name="页脚占位符 7">
            <a:extLst>
              <a:ext uri="{FF2B5EF4-FFF2-40B4-BE49-F238E27FC236}">
                <a16:creationId xmlns:a16="http://schemas.microsoft.com/office/drawing/2014/main" id="{5C35B8FC-FD5B-4FF9-A155-C731955F6C1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83C7956-4703-45EC-9D02-3F335EF6BAF3}"/>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1525495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839458-8A84-47F5-AACE-8CAD24FB8EF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041077-0D99-4E1D-9384-7F611081EFFC}"/>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4" name="页脚占位符 3">
            <a:extLst>
              <a:ext uri="{FF2B5EF4-FFF2-40B4-BE49-F238E27FC236}">
                <a16:creationId xmlns:a16="http://schemas.microsoft.com/office/drawing/2014/main" id="{3166FDB8-3F51-498D-BF8A-4EF5D68FA0C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16084E1-F44C-4E3B-9EA0-4D2DA6911316}"/>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751207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9D45609-38CD-4B6F-BB60-EB9F2EBCB1BC}"/>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3" name="页脚占位符 2">
            <a:extLst>
              <a:ext uri="{FF2B5EF4-FFF2-40B4-BE49-F238E27FC236}">
                <a16:creationId xmlns:a16="http://schemas.microsoft.com/office/drawing/2014/main" id="{7128BF4E-808F-4C0C-A3B1-43DDF10CAED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56051C8-D719-4665-AB01-DC6E3D313073}"/>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1677863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2C1461-F091-4AF0-BD08-ED26BE9390B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E4EE079-59C2-472C-BF6B-B9E95520B6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96CF4EF-D3EE-4024-8F44-195869050B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787E50C-2A93-481C-AD69-7DE932304DE9}"/>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6" name="页脚占位符 5">
            <a:extLst>
              <a:ext uri="{FF2B5EF4-FFF2-40B4-BE49-F238E27FC236}">
                <a16:creationId xmlns:a16="http://schemas.microsoft.com/office/drawing/2014/main" id="{108227D4-9E39-4E3D-AF0D-FAC458BAFB1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3398D2-7742-4C58-B085-DD7FF9EDD5F0}"/>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1476821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6AD185-A580-4909-AB62-EE54CF98F7B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72E0AA9-14E7-431E-A127-B81B43C036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08B6C88-5783-4C4A-ADF6-19F666D22A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FB1DCC9-6CE5-4F55-BFA5-653DACDFC1B1}"/>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6" name="页脚占位符 5">
            <a:extLst>
              <a:ext uri="{FF2B5EF4-FFF2-40B4-BE49-F238E27FC236}">
                <a16:creationId xmlns:a16="http://schemas.microsoft.com/office/drawing/2014/main" id="{A2B84505-4013-4BB3-9FE1-8F457B90137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2E08DF0-6C72-4989-A5E6-C87A7641E189}"/>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3327344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A37DDD-AB62-4ED0-857B-03920EA62F6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88A3A56-A5D8-42A5-82D4-1EF715A7CC3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6D9C742-C024-4E31-87D3-9D1603EC2F46}"/>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5" name="页脚占位符 4">
            <a:extLst>
              <a:ext uri="{FF2B5EF4-FFF2-40B4-BE49-F238E27FC236}">
                <a16:creationId xmlns:a16="http://schemas.microsoft.com/office/drawing/2014/main" id="{E5C09F38-B6F1-4769-B085-27D6F11BA0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9D45343-7294-4583-BCA2-72BF70CA02B3}"/>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3414963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E1FBCE7-A138-4B14-8EA8-C6B5B1E038E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4692791-BC95-4B60-ADBB-8EC62DEFBAD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6CC1ED-8B1A-4C4A-86A1-32BF5DFA9A45}"/>
              </a:ext>
            </a:extLst>
          </p:cNvPr>
          <p:cNvSpPr>
            <a:spLocks noGrp="1"/>
          </p:cNvSpPr>
          <p:nvPr>
            <p:ph type="dt" sz="half" idx="10"/>
          </p:nvPr>
        </p:nvSpPr>
        <p:spPr/>
        <p:txBody>
          <a:bodyPr/>
          <a:lstStyle/>
          <a:p>
            <a:fld id="{39E186B2-8D70-478D-8296-A3F4A57BF9FB}" type="datetimeFigureOut">
              <a:rPr lang="zh-CN" altLang="en-US" smtClean="0"/>
              <a:t>2024/10/11</a:t>
            </a:fld>
            <a:endParaRPr lang="zh-CN" altLang="en-US"/>
          </a:p>
        </p:txBody>
      </p:sp>
      <p:sp>
        <p:nvSpPr>
          <p:cNvPr id="5" name="页脚占位符 4">
            <a:extLst>
              <a:ext uri="{FF2B5EF4-FFF2-40B4-BE49-F238E27FC236}">
                <a16:creationId xmlns:a16="http://schemas.microsoft.com/office/drawing/2014/main" id="{D6622751-4D1C-40A0-94D2-B7488D1F82C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89CEA0-0508-45DA-9FE1-DAD701F742E9}"/>
              </a:ext>
            </a:extLst>
          </p:cNvPr>
          <p:cNvSpPr>
            <a:spLocks noGrp="1"/>
          </p:cNvSpPr>
          <p:nvPr>
            <p:ph type="sldNum" sz="quarter" idx="12"/>
          </p:nvPr>
        </p:nvSpPr>
        <p:spPr/>
        <p:txBody>
          <a:body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32423499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B27F467-6B39-4FD3-A6C6-374A815D233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060" t="48562" r="1648" b="8623"/>
          <a:stretch/>
        </p:blipFill>
        <p:spPr>
          <a:xfrm>
            <a:off x="-1" y="-1"/>
            <a:ext cx="1271581" cy="750001"/>
          </a:xfrm>
          <a:prstGeom prst="rect">
            <a:avLst/>
          </a:prstGeom>
        </p:spPr>
      </p:pic>
      <p:cxnSp>
        <p:nvCxnSpPr>
          <p:cNvPr id="9" name="直接连接符 8">
            <a:extLst>
              <a:ext uri="{FF2B5EF4-FFF2-40B4-BE49-F238E27FC236}">
                <a16:creationId xmlns:a16="http://schemas.microsoft.com/office/drawing/2014/main" id="{EA998981-B8FD-4CF2-A2EF-430C1F3F97D3}"/>
              </a:ext>
            </a:extLst>
          </p:cNvPr>
          <p:cNvCxnSpPr/>
          <p:nvPr userDrawn="1"/>
        </p:nvCxnSpPr>
        <p:spPr>
          <a:xfrm>
            <a:off x="0" y="750014"/>
            <a:ext cx="12192000" cy="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97636748-3C1E-434E-8D98-752D720A71C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25529" y="121775"/>
            <a:ext cx="1756880" cy="506448"/>
          </a:xfrm>
          <a:prstGeom prst="rect">
            <a:avLst/>
          </a:prstGeom>
        </p:spPr>
      </p:pic>
    </p:spTree>
    <p:extLst>
      <p:ext uri="{BB962C8B-B14F-4D97-AF65-F5344CB8AC3E}">
        <p14:creationId xmlns:p14="http://schemas.microsoft.com/office/powerpoint/2010/main" val="2239173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97B5FA-0921-464F-AAE1-844C04324D75}" type="datetimeFigureOut">
              <a:rPr lang="zh-CN" altLang="en-US" smtClean="0"/>
              <a:t>2024/10/11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pic>
        <p:nvPicPr>
          <p:cNvPr id="11" name="图片 10">
            <a:extLst>
              <a:ext uri="{FF2B5EF4-FFF2-40B4-BE49-F238E27FC236}">
                <a16:creationId xmlns:a16="http://schemas.microsoft.com/office/drawing/2014/main" id="{D13CD4A1-091C-4522-94F9-DE047869777C}"/>
              </a:ext>
            </a:extLst>
          </p:cNvPr>
          <p:cNvPicPr>
            <a:picLocks noChangeAspect="1"/>
          </p:cNvPicPr>
          <p:nvPr userDrawn="1"/>
        </p:nvPicPr>
        <p:blipFill>
          <a:blip r:embed="rId2">
            <a:duotone>
              <a:schemeClr val="bg2">
                <a:shade val="45000"/>
                <a:satMod val="135000"/>
              </a:schemeClr>
              <a:prstClr val="white"/>
            </a:duotone>
          </a:blip>
          <a:stretch>
            <a:fillRect/>
          </a:stretch>
        </p:blipFill>
        <p:spPr>
          <a:xfrm rot="16200000">
            <a:off x="3348716" y="-1877817"/>
            <a:ext cx="5464340" cy="12364228"/>
          </a:xfrm>
          <a:prstGeom prst="rect">
            <a:avLst/>
          </a:prstGeom>
        </p:spPr>
      </p:pic>
      <p:sp>
        <p:nvSpPr>
          <p:cNvPr id="12" name="任意多边形: 形状 11">
            <a:extLst>
              <a:ext uri="{FF2B5EF4-FFF2-40B4-BE49-F238E27FC236}">
                <a16:creationId xmlns:a16="http://schemas.microsoft.com/office/drawing/2014/main" id="{9E0B8883-A9B5-41F8-8CB8-CB172BB37137}"/>
              </a:ext>
            </a:extLst>
          </p:cNvPr>
          <p:cNvSpPr/>
          <p:nvPr userDrawn="1"/>
        </p:nvSpPr>
        <p:spPr>
          <a:xfrm flipH="1">
            <a:off x="-86114" y="0"/>
            <a:ext cx="12364228" cy="5479388"/>
          </a:xfrm>
          <a:custGeom>
            <a:avLst/>
            <a:gdLst>
              <a:gd name="connsiteX0" fmla="*/ 12364228 w 12364228"/>
              <a:gd name="connsiteY0" fmla="*/ 0 h 5479388"/>
              <a:gd name="connsiteX1" fmla="*/ 6187440 w 12364228"/>
              <a:gd name="connsiteY1" fmla="*/ 0 h 5479388"/>
              <a:gd name="connsiteX2" fmla="*/ 6187439 w 12364228"/>
              <a:gd name="connsiteY2" fmla="*/ 0 h 5479388"/>
              <a:gd name="connsiteX3" fmla="*/ 6187438 w 12364228"/>
              <a:gd name="connsiteY3" fmla="*/ 0 h 5479388"/>
              <a:gd name="connsiteX4" fmla="*/ 6176790 w 12364228"/>
              <a:gd name="connsiteY4" fmla="*/ 0 h 5479388"/>
              <a:gd name="connsiteX5" fmla="*/ 6176789 w 12364228"/>
              <a:gd name="connsiteY5" fmla="*/ 0 h 5479388"/>
              <a:gd name="connsiteX6" fmla="*/ 6176788 w 12364228"/>
              <a:gd name="connsiteY6" fmla="*/ 0 h 5479388"/>
              <a:gd name="connsiteX7" fmla="*/ 0 w 12364228"/>
              <a:gd name="connsiteY7" fmla="*/ 0 h 5479388"/>
              <a:gd name="connsiteX8" fmla="*/ 0 w 12364228"/>
              <a:gd name="connsiteY8" fmla="*/ 1844942 h 5479388"/>
              <a:gd name="connsiteX9" fmla="*/ 113703 w 12364228"/>
              <a:gd name="connsiteY9" fmla="*/ 1970447 h 5479388"/>
              <a:gd name="connsiteX10" fmla="*/ 2597236 w 12364228"/>
              <a:gd name="connsiteY10" fmla="*/ 3704504 h 5479388"/>
              <a:gd name="connsiteX11" fmla="*/ 5432430 w 12364228"/>
              <a:gd name="connsiteY11" fmla="*/ 5168345 h 5479388"/>
              <a:gd name="connsiteX12" fmla="*/ 6102039 w 12364228"/>
              <a:gd name="connsiteY12" fmla="*/ 5469337 h 5479388"/>
              <a:gd name="connsiteX13" fmla="*/ 6147834 w 12364228"/>
              <a:gd name="connsiteY13" fmla="*/ 5472220 h 5479388"/>
              <a:gd name="connsiteX14" fmla="*/ 6176788 w 12364228"/>
              <a:gd name="connsiteY14" fmla="*/ 5473396 h 5479388"/>
              <a:gd name="connsiteX15" fmla="*/ 6176788 w 12364228"/>
              <a:gd name="connsiteY15" fmla="*/ 5479388 h 5479388"/>
              <a:gd name="connsiteX16" fmla="*/ 6176789 w 12364228"/>
              <a:gd name="connsiteY16" fmla="*/ 5479388 h 5479388"/>
              <a:gd name="connsiteX17" fmla="*/ 6176789 w 12364228"/>
              <a:gd name="connsiteY17" fmla="*/ 5473396 h 5479388"/>
              <a:gd name="connsiteX18" fmla="*/ 6180600 w 12364228"/>
              <a:gd name="connsiteY18" fmla="*/ 5473550 h 5479388"/>
              <a:gd name="connsiteX19" fmla="*/ 6180600 w 12364228"/>
              <a:gd name="connsiteY19" fmla="*/ 5473673 h 5479388"/>
              <a:gd name="connsiteX20" fmla="*/ 6182114 w 12364228"/>
              <a:gd name="connsiteY20" fmla="*/ 5473612 h 5479388"/>
              <a:gd name="connsiteX21" fmla="*/ 6183628 w 12364228"/>
              <a:gd name="connsiteY21" fmla="*/ 5473673 h 5479388"/>
              <a:gd name="connsiteX22" fmla="*/ 6183628 w 12364228"/>
              <a:gd name="connsiteY22" fmla="*/ 5473550 h 5479388"/>
              <a:gd name="connsiteX23" fmla="*/ 6187439 w 12364228"/>
              <a:gd name="connsiteY23" fmla="*/ 5473396 h 5479388"/>
              <a:gd name="connsiteX24" fmla="*/ 6187439 w 12364228"/>
              <a:gd name="connsiteY24" fmla="*/ 5479388 h 5479388"/>
              <a:gd name="connsiteX25" fmla="*/ 6187440 w 12364228"/>
              <a:gd name="connsiteY25" fmla="*/ 5479388 h 5479388"/>
              <a:gd name="connsiteX26" fmla="*/ 6187440 w 12364228"/>
              <a:gd name="connsiteY26" fmla="*/ 5473395 h 5479388"/>
              <a:gd name="connsiteX27" fmla="*/ 6216394 w 12364228"/>
              <a:gd name="connsiteY27" fmla="*/ 5472220 h 5479388"/>
              <a:gd name="connsiteX28" fmla="*/ 6262189 w 12364228"/>
              <a:gd name="connsiteY28" fmla="*/ 5469337 h 5479388"/>
              <a:gd name="connsiteX29" fmla="*/ 6931798 w 12364228"/>
              <a:gd name="connsiteY29" fmla="*/ 5168345 h 5479388"/>
              <a:gd name="connsiteX30" fmla="*/ 9766992 w 12364228"/>
              <a:gd name="connsiteY30" fmla="*/ 3704504 h 5479388"/>
              <a:gd name="connsiteX31" fmla="*/ 12250525 w 12364228"/>
              <a:gd name="connsiteY31" fmla="*/ 1970447 h 5479388"/>
              <a:gd name="connsiteX32" fmla="*/ 12364228 w 12364228"/>
              <a:gd name="connsiteY32" fmla="*/ 1844942 h 5479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364228" h="5479388">
                <a:moveTo>
                  <a:pt x="12364228" y="0"/>
                </a:moveTo>
                <a:lnTo>
                  <a:pt x="6187440" y="0"/>
                </a:lnTo>
                <a:lnTo>
                  <a:pt x="6187439" y="0"/>
                </a:lnTo>
                <a:lnTo>
                  <a:pt x="6187438" y="0"/>
                </a:lnTo>
                <a:lnTo>
                  <a:pt x="6176790" y="0"/>
                </a:lnTo>
                <a:lnTo>
                  <a:pt x="6176789" y="0"/>
                </a:lnTo>
                <a:lnTo>
                  <a:pt x="6176788" y="0"/>
                </a:lnTo>
                <a:lnTo>
                  <a:pt x="0" y="0"/>
                </a:lnTo>
                <a:lnTo>
                  <a:pt x="0" y="1844942"/>
                </a:lnTo>
                <a:lnTo>
                  <a:pt x="113703" y="1970447"/>
                </a:lnTo>
                <a:cubicBezTo>
                  <a:pt x="866161" y="2851526"/>
                  <a:pt x="897850" y="3623205"/>
                  <a:pt x="2597236" y="3704504"/>
                </a:cubicBezTo>
                <a:cubicBezTo>
                  <a:pt x="4866122" y="3966885"/>
                  <a:pt x="5140510" y="4900640"/>
                  <a:pt x="5432430" y="5168345"/>
                </a:cubicBezTo>
                <a:cubicBezTo>
                  <a:pt x="5672154" y="5399677"/>
                  <a:pt x="5867535" y="5431625"/>
                  <a:pt x="6102039" y="5469337"/>
                </a:cubicBezTo>
                <a:cubicBezTo>
                  <a:pt x="6122305" y="5471012"/>
                  <a:pt x="6135903" y="5471735"/>
                  <a:pt x="6147834" y="5472220"/>
                </a:cubicBezTo>
                <a:lnTo>
                  <a:pt x="6176788" y="5473396"/>
                </a:lnTo>
                <a:lnTo>
                  <a:pt x="6176788" y="5479388"/>
                </a:lnTo>
                <a:lnTo>
                  <a:pt x="6176789" y="5479388"/>
                </a:lnTo>
                <a:lnTo>
                  <a:pt x="6176789" y="5473396"/>
                </a:lnTo>
                <a:lnTo>
                  <a:pt x="6180600" y="5473550"/>
                </a:lnTo>
                <a:lnTo>
                  <a:pt x="6180600" y="5473673"/>
                </a:lnTo>
                <a:lnTo>
                  <a:pt x="6182114" y="5473612"/>
                </a:lnTo>
                <a:lnTo>
                  <a:pt x="6183628" y="5473673"/>
                </a:lnTo>
                <a:lnTo>
                  <a:pt x="6183628" y="5473550"/>
                </a:lnTo>
                <a:lnTo>
                  <a:pt x="6187439" y="5473396"/>
                </a:lnTo>
                <a:lnTo>
                  <a:pt x="6187439" y="5479388"/>
                </a:lnTo>
                <a:lnTo>
                  <a:pt x="6187440" y="5479388"/>
                </a:lnTo>
                <a:lnTo>
                  <a:pt x="6187440" y="5473395"/>
                </a:lnTo>
                <a:lnTo>
                  <a:pt x="6216394" y="5472220"/>
                </a:lnTo>
                <a:cubicBezTo>
                  <a:pt x="6228325" y="5471735"/>
                  <a:pt x="6241924" y="5471012"/>
                  <a:pt x="6262189" y="5469337"/>
                </a:cubicBezTo>
                <a:cubicBezTo>
                  <a:pt x="6496693" y="5431625"/>
                  <a:pt x="6692074" y="5399677"/>
                  <a:pt x="6931798" y="5168345"/>
                </a:cubicBezTo>
                <a:cubicBezTo>
                  <a:pt x="7223718" y="4900640"/>
                  <a:pt x="7498106" y="3966885"/>
                  <a:pt x="9766992" y="3704504"/>
                </a:cubicBezTo>
                <a:cubicBezTo>
                  <a:pt x="11466378" y="3623205"/>
                  <a:pt x="11498067" y="2851526"/>
                  <a:pt x="12250525" y="1970447"/>
                </a:cubicBezTo>
                <a:lnTo>
                  <a:pt x="12364228" y="1844942"/>
                </a:lnTo>
                <a:close/>
              </a:path>
            </a:pathLst>
          </a:custGeom>
          <a:solidFill>
            <a:schemeClr val="accent1">
              <a:alpha val="95000"/>
            </a:schemeClr>
          </a:solidFill>
          <a:ln>
            <a:noFill/>
          </a:ln>
          <a:effectLst>
            <a:outerShdw blurRad="317500" dist="190500" dir="5400000" algn="ctr" rotWithShape="0">
              <a:schemeClr val="tx1">
                <a:lumMod val="75000"/>
                <a:lumOff val="2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pic>
        <p:nvPicPr>
          <p:cNvPr id="13" name="图片 12">
            <a:extLst>
              <a:ext uri="{FF2B5EF4-FFF2-40B4-BE49-F238E27FC236}">
                <a16:creationId xmlns:a16="http://schemas.microsoft.com/office/drawing/2014/main" id="{3E4EFF39-C501-4928-9A15-21CCEF938717}"/>
              </a:ext>
            </a:extLst>
          </p:cNvPr>
          <p:cNvPicPr>
            <a:picLocks noChangeAspect="1"/>
          </p:cNvPicPr>
          <p:nvPr userDrawn="1"/>
        </p:nvPicPr>
        <p:blipFill>
          <a:blip r:embed="rId3" cstate="print">
            <a:lum bright="70000" contrast="-70000"/>
            <a:extLst>
              <a:ext uri="{28A0092B-C50C-407E-A947-70E740481C1C}">
                <a14:useLocalDpi xmlns:a14="http://schemas.microsoft.com/office/drawing/2010/main" val="0"/>
              </a:ext>
            </a:extLst>
          </a:blip>
          <a:stretch>
            <a:fillRect/>
          </a:stretch>
        </p:blipFill>
        <p:spPr>
          <a:xfrm>
            <a:off x="5336005" y="3765884"/>
            <a:ext cx="1519989" cy="1519989"/>
          </a:xfrm>
          <a:prstGeom prst="rect">
            <a:avLst/>
          </a:prstGeom>
        </p:spPr>
      </p:pic>
    </p:spTree>
    <p:extLst>
      <p:ext uri="{BB962C8B-B14F-4D97-AF65-F5344CB8AC3E}">
        <p14:creationId xmlns:p14="http://schemas.microsoft.com/office/powerpoint/2010/main" val="18897211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节标题">
    <p:spTree>
      <p:nvGrpSpPr>
        <p:cNvPr id="1" name=""/>
        <p:cNvGrpSpPr/>
        <p:nvPr/>
      </p:nvGrpSpPr>
      <p:grpSpPr>
        <a:xfrm>
          <a:off x="0" y="0"/>
          <a:ext cx="0" cy="0"/>
          <a:chOff x="0" y="0"/>
          <a:chExt cx="0" cy="0"/>
        </a:xfrm>
      </p:grpSpPr>
      <p:sp>
        <p:nvSpPr>
          <p:cNvPr id="10" name="图片占位符 9">
            <a:extLst>
              <a:ext uri="{FF2B5EF4-FFF2-40B4-BE49-F238E27FC236}">
                <a16:creationId xmlns:a16="http://schemas.microsoft.com/office/drawing/2014/main" id="{3C9CC588-42D6-41D3-9123-046206BE9774}"/>
              </a:ext>
            </a:extLst>
          </p:cNvPr>
          <p:cNvSpPr>
            <a:spLocks noGrp="1"/>
          </p:cNvSpPr>
          <p:nvPr>
            <p:ph type="pic" sz="quarter" idx="10"/>
          </p:nvPr>
        </p:nvSpPr>
        <p:spPr>
          <a:xfrm>
            <a:off x="762197" y="1466599"/>
            <a:ext cx="2208944" cy="2649683"/>
          </a:xfrm>
          <a:custGeom>
            <a:avLst/>
            <a:gdLst>
              <a:gd name="connsiteX0" fmla="*/ 0 w 2208944"/>
              <a:gd name="connsiteY0" fmla="*/ 0 h 2649683"/>
              <a:gd name="connsiteX1" fmla="*/ 2208944 w 2208944"/>
              <a:gd name="connsiteY1" fmla="*/ 0 h 2649683"/>
              <a:gd name="connsiteX2" fmla="*/ 2208944 w 2208944"/>
              <a:gd name="connsiteY2" fmla="*/ 2248827 h 2649683"/>
              <a:gd name="connsiteX3" fmla="*/ 1097184 w 2208944"/>
              <a:gd name="connsiteY3" fmla="*/ 2649683 h 2649683"/>
              <a:gd name="connsiteX4" fmla="*/ 0 w 2208944"/>
              <a:gd name="connsiteY4" fmla="*/ 2254082 h 2649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8944" h="2649683">
                <a:moveTo>
                  <a:pt x="0" y="0"/>
                </a:moveTo>
                <a:lnTo>
                  <a:pt x="2208944" y="0"/>
                </a:lnTo>
                <a:lnTo>
                  <a:pt x="2208944" y="2248827"/>
                </a:lnTo>
                <a:lnTo>
                  <a:pt x="1097184" y="2649683"/>
                </a:lnTo>
                <a:lnTo>
                  <a:pt x="0" y="2254082"/>
                </a:lnTo>
                <a:close/>
              </a:path>
            </a:pathLst>
          </a:custGeom>
          <a:ln w="38100">
            <a:solidFill>
              <a:schemeClr val="accent1"/>
            </a:solidFill>
          </a:ln>
        </p:spPr>
        <p:txBody>
          <a:bodyPr wrap="square">
            <a:noAutofit/>
          </a:bodyPr>
          <a:lstStyle/>
          <a:p>
            <a:endParaRPr lang="zh-CN" altLang="en-US"/>
          </a:p>
        </p:txBody>
      </p:sp>
      <p:sp>
        <p:nvSpPr>
          <p:cNvPr id="11" name="图片占位符 10">
            <a:extLst>
              <a:ext uri="{FF2B5EF4-FFF2-40B4-BE49-F238E27FC236}">
                <a16:creationId xmlns:a16="http://schemas.microsoft.com/office/drawing/2014/main" id="{BB936E71-1F39-448F-8C4C-BEE457CE2B38}"/>
              </a:ext>
            </a:extLst>
          </p:cNvPr>
          <p:cNvSpPr>
            <a:spLocks noGrp="1"/>
          </p:cNvSpPr>
          <p:nvPr>
            <p:ph type="pic" sz="quarter" idx="11"/>
          </p:nvPr>
        </p:nvSpPr>
        <p:spPr>
          <a:xfrm>
            <a:off x="3577518" y="1466599"/>
            <a:ext cx="2208944" cy="2649683"/>
          </a:xfrm>
          <a:custGeom>
            <a:avLst/>
            <a:gdLst>
              <a:gd name="connsiteX0" fmla="*/ 0 w 2208944"/>
              <a:gd name="connsiteY0" fmla="*/ 0 h 2649683"/>
              <a:gd name="connsiteX1" fmla="*/ 2208944 w 2208944"/>
              <a:gd name="connsiteY1" fmla="*/ 0 h 2649683"/>
              <a:gd name="connsiteX2" fmla="*/ 2208944 w 2208944"/>
              <a:gd name="connsiteY2" fmla="*/ 2248827 h 2649683"/>
              <a:gd name="connsiteX3" fmla="*/ 1097184 w 2208944"/>
              <a:gd name="connsiteY3" fmla="*/ 2649683 h 2649683"/>
              <a:gd name="connsiteX4" fmla="*/ 0 w 2208944"/>
              <a:gd name="connsiteY4" fmla="*/ 2254082 h 2649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8944" h="2649683">
                <a:moveTo>
                  <a:pt x="0" y="0"/>
                </a:moveTo>
                <a:lnTo>
                  <a:pt x="2208944" y="0"/>
                </a:lnTo>
                <a:lnTo>
                  <a:pt x="2208944" y="2248827"/>
                </a:lnTo>
                <a:lnTo>
                  <a:pt x="1097184" y="2649683"/>
                </a:lnTo>
                <a:lnTo>
                  <a:pt x="0" y="2254082"/>
                </a:lnTo>
                <a:close/>
              </a:path>
            </a:pathLst>
          </a:custGeom>
          <a:ln w="38100">
            <a:solidFill>
              <a:schemeClr val="accent1"/>
            </a:solidFill>
          </a:ln>
        </p:spPr>
        <p:txBody>
          <a:bodyPr wrap="square">
            <a:noAutofit/>
          </a:bodyPr>
          <a:lstStyle/>
          <a:p>
            <a:endParaRPr lang="zh-CN" altLang="en-US"/>
          </a:p>
        </p:txBody>
      </p:sp>
      <p:sp>
        <p:nvSpPr>
          <p:cNvPr id="12" name="图片占位符 11">
            <a:extLst>
              <a:ext uri="{FF2B5EF4-FFF2-40B4-BE49-F238E27FC236}">
                <a16:creationId xmlns:a16="http://schemas.microsoft.com/office/drawing/2014/main" id="{5021BE94-ABC4-4D2D-A45C-F61DE7EFD31E}"/>
              </a:ext>
            </a:extLst>
          </p:cNvPr>
          <p:cNvSpPr>
            <a:spLocks noGrp="1"/>
          </p:cNvSpPr>
          <p:nvPr>
            <p:ph type="pic" sz="quarter" idx="12"/>
          </p:nvPr>
        </p:nvSpPr>
        <p:spPr>
          <a:xfrm>
            <a:off x="6392838" y="1466599"/>
            <a:ext cx="2208944" cy="2649683"/>
          </a:xfrm>
          <a:custGeom>
            <a:avLst/>
            <a:gdLst>
              <a:gd name="connsiteX0" fmla="*/ 0 w 2208944"/>
              <a:gd name="connsiteY0" fmla="*/ 0 h 2649683"/>
              <a:gd name="connsiteX1" fmla="*/ 2208944 w 2208944"/>
              <a:gd name="connsiteY1" fmla="*/ 0 h 2649683"/>
              <a:gd name="connsiteX2" fmla="*/ 2208944 w 2208944"/>
              <a:gd name="connsiteY2" fmla="*/ 2248827 h 2649683"/>
              <a:gd name="connsiteX3" fmla="*/ 1097184 w 2208944"/>
              <a:gd name="connsiteY3" fmla="*/ 2649683 h 2649683"/>
              <a:gd name="connsiteX4" fmla="*/ 0 w 2208944"/>
              <a:gd name="connsiteY4" fmla="*/ 2254082 h 2649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8944" h="2649683">
                <a:moveTo>
                  <a:pt x="0" y="0"/>
                </a:moveTo>
                <a:lnTo>
                  <a:pt x="2208944" y="0"/>
                </a:lnTo>
                <a:lnTo>
                  <a:pt x="2208944" y="2248827"/>
                </a:lnTo>
                <a:lnTo>
                  <a:pt x="1097184" y="2649683"/>
                </a:lnTo>
                <a:lnTo>
                  <a:pt x="0" y="2254082"/>
                </a:lnTo>
                <a:close/>
              </a:path>
            </a:pathLst>
          </a:custGeom>
          <a:ln w="38100">
            <a:solidFill>
              <a:schemeClr val="accent1"/>
            </a:solidFill>
          </a:ln>
        </p:spPr>
        <p:txBody>
          <a:bodyPr wrap="square">
            <a:noAutofit/>
          </a:bodyPr>
          <a:lstStyle/>
          <a:p>
            <a:endParaRPr lang="zh-CN" altLang="en-US"/>
          </a:p>
        </p:txBody>
      </p:sp>
      <p:sp>
        <p:nvSpPr>
          <p:cNvPr id="13" name="图片占位符 12">
            <a:extLst>
              <a:ext uri="{FF2B5EF4-FFF2-40B4-BE49-F238E27FC236}">
                <a16:creationId xmlns:a16="http://schemas.microsoft.com/office/drawing/2014/main" id="{B478EF2E-4647-4772-A992-D3CB4D391B96}"/>
              </a:ext>
            </a:extLst>
          </p:cNvPr>
          <p:cNvSpPr>
            <a:spLocks noGrp="1"/>
          </p:cNvSpPr>
          <p:nvPr>
            <p:ph type="pic" sz="quarter" idx="13"/>
          </p:nvPr>
        </p:nvSpPr>
        <p:spPr>
          <a:xfrm>
            <a:off x="9208159" y="1466599"/>
            <a:ext cx="2208944" cy="2649683"/>
          </a:xfrm>
          <a:custGeom>
            <a:avLst/>
            <a:gdLst>
              <a:gd name="connsiteX0" fmla="*/ 0 w 2208944"/>
              <a:gd name="connsiteY0" fmla="*/ 0 h 2649683"/>
              <a:gd name="connsiteX1" fmla="*/ 2208944 w 2208944"/>
              <a:gd name="connsiteY1" fmla="*/ 0 h 2649683"/>
              <a:gd name="connsiteX2" fmla="*/ 2208944 w 2208944"/>
              <a:gd name="connsiteY2" fmla="*/ 2248827 h 2649683"/>
              <a:gd name="connsiteX3" fmla="*/ 1097184 w 2208944"/>
              <a:gd name="connsiteY3" fmla="*/ 2649683 h 2649683"/>
              <a:gd name="connsiteX4" fmla="*/ 0 w 2208944"/>
              <a:gd name="connsiteY4" fmla="*/ 2254082 h 2649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8944" h="2649683">
                <a:moveTo>
                  <a:pt x="0" y="0"/>
                </a:moveTo>
                <a:lnTo>
                  <a:pt x="2208944" y="0"/>
                </a:lnTo>
                <a:lnTo>
                  <a:pt x="2208944" y="2248827"/>
                </a:lnTo>
                <a:lnTo>
                  <a:pt x="1097184" y="2649683"/>
                </a:lnTo>
                <a:lnTo>
                  <a:pt x="0" y="2254082"/>
                </a:lnTo>
                <a:close/>
              </a:path>
            </a:pathLst>
          </a:custGeom>
          <a:ln w="38100">
            <a:solidFill>
              <a:schemeClr val="accent1"/>
            </a:solidFill>
          </a:ln>
        </p:spPr>
        <p:txBody>
          <a:bodyPr wrap="square">
            <a:noAutofit/>
          </a:bodyPr>
          <a:lstStyle/>
          <a:p>
            <a:endParaRPr lang="zh-CN" altLang="en-US"/>
          </a:p>
        </p:txBody>
      </p:sp>
    </p:spTree>
    <p:extLst>
      <p:ext uri="{BB962C8B-B14F-4D97-AF65-F5344CB8AC3E}">
        <p14:creationId xmlns:p14="http://schemas.microsoft.com/office/powerpoint/2010/main" val="4161698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81D8BE-04AF-4F80-87F0-1E3DA9A65C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BF8F6A8-4068-44E8-BBA0-E3275CCCCB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B070AA4-2CD6-414F-AAED-37073397B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186B2-8D70-478D-8296-A3F4A57BF9FB}" type="datetimeFigureOut">
              <a:rPr lang="zh-CN" altLang="en-US" smtClean="0"/>
              <a:t>2024/10/11</a:t>
            </a:fld>
            <a:endParaRPr lang="zh-CN" altLang="en-US"/>
          </a:p>
        </p:txBody>
      </p:sp>
      <p:sp>
        <p:nvSpPr>
          <p:cNvPr id="5" name="页脚占位符 4">
            <a:extLst>
              <a:ext uri="{FF2B5EF4-FFF2-40B4-BE49-F238E27FC236}">
                <a16:creationId xmlns:a16="http://schemas.microsoft.com/office/drawing/2014/main" id="{172E8A8C-4C98-43CF-A087-694C79344C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0FB32C9-73A3-43CF-B6A0-816331C900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5D35B9-981E-419B-8D87-CC3138BA2916}" type="slidenum">
              <a:rPr lang="zh-CN" altLang="en-US" smtClean="0"/>
              <a:t>‹#›</a:t>
            </a:fld>
            <a:endParaRPr lang="zh-CN" altLang="en-US"/>
          </a:p>
        </p:txBody>
      </p:sp>
    </p:spTree>
    <p:extLst>
      <p:ext uri="{BB962C8B-B14F-4D97-AF65-F5344CB8AC3E}">
        <p14:creationId xmlns:p14="http://schemas.microsoft.com/office/powerpoint/2010/main" val="2071910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21.jp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31.png"/><Relationship Id="rId7" Type="http://schemas.openxmlformats.org/officeDocument/2006/relationships/image" Target="../media/image250.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40.png"/><Relationship Id="rId5" Type="http://schemas.openxmlformats.org/officeDocument/2006/relationships/image" Target="../media/image230.png"/><Relationship Id="rId4" Type="http://schemas.openxmlformats.org/officeDocument/2006/relationships/image" Target="../media/image32.png"/><Relationship Id="rId9" Type="http://schemas.openxmlformats.org/officeDocument/2006/relationships/hyperlink" Target="https://www.ijcai.org/proceedings/2023/0529.pdf"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hyperlink" Target="https://ojs.aaai.org/index.php/AAAI/article/view/29803" TargetMode="Externa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a:extLst>
              <a:ext uri="{FF2B5EF4-FFF2-40B4-BE49-F238E27FC236}">
                <a16:creationId xmlns:a16="http://schemas.microsoft.com/office/drawing/2014/main" id="{DAEBFBFA-3CC7-4F16-972B-8220ED7E4C4E}"/>
              </a:ext>
            </a:extLst>
          </p:cNvPr>
          <p:cNvSpPr txBox="1"/>
          <p:nvPr/>
        </p:nvSpPr>
        <p:spPr>
          <a:xfrm>
            <a:off x="2585627" y="2455809"/>
            <a:ext cx="6993521" cy="830997"/>
          </a:xfrm>
          <a:prstGeom prst="rect">
            <a:avLst/>
          </a:prstGeom>
          <a:noFill/>
        </p:spPr>
        <p:txBody>
          <a:bodyPr wrap="square" rtlCol="0">
            <a:spAutoFit/>
          </a:bodyPr>
          <a:lstStyle/>
          <a:p>
            <a:pPr algn="dist">
              <a:defRPr/>
            </a:pPr>
            <a:r>
              <a:rPr lang="zh-CN" altLang="en-US" sz="4800" b="1" spc="200">
                <a:gradFill>
                  <a:gsLst>
                    <a:gs pos="15000">
                      <a:prstClr val="white"/>
                    </a:gs>
                    <a:gs pos="100000">
                      <a:schemeClr val="bg1">
                        <a:lumMod val="85000"/>
                      </a:schemeClr>
                    </a:gs>
                  </a:gsLst>
                  <a:lin ang="5400000" scaled="1"/>
                </a:gradFill>
                <a:latin typeface=""/>
                <a:ea typeface="微软雅黑" panose="020B0503020204020204" pitchFamily="34" charset="-122"/>
                <a:sym typeface=""/>
              </a:rPr>
              <a:t>大作业相关知识</a:t>
            </a:r>
            <a:endParaRPr lang="en-US" altLang="zh-CN" sz="4800" b="1" spc="200" dirty="0">
              <a:gradFill>
                <a:gsLst>
                  <a:gs pos="15000">
                    <a:prstClr val="white"/>
                  </a:gs>
                  <a:gs pos="100000">
                    <a:schemeClr val="bg1">
                      <a:lumMod val="85000"/>
                    </a:schemeClr>
                  </a:gs>
                </a:gsLst>
                <a:lin ang="5400000" scaled="1"/>
              </a:gradFill>
              <a:latin typeface=""/>
              <a:ea typeface="微软雅黑" panose="020B0503020204020204" pitchFamily="34" charset="-122"/>
              <a:sym typeface=""/>
            </a:endParaRPr>
          </a:p>
        </p:txBody>
      </p:sp>
      <p:sp>
        <p:nvSpPr>
          <p:cNvPr id="50" name="内容占位符 14">
            <a:extLst>
              <a:ext uri="{FF2B5EF4-FFF2-40B4-BE49-F238E27FC236}">
                <a16:creationId xmlns:a16="http://schemas.microsoft.com/office/drawing/2014/main" id="{971FE042-AB50-4175-BF9C-35F89821AC0A}"/>
              </a:ext>
            </a:extLst>
          </p:cNvPr>
          <p:cNvSpPr txBox="1">
            <a:spLocks/>
          </p:cNvSpPr>
          <p:nvPr/>
        </p:nvSpPr>
        <p:spPr>
          <a:xfrm>
            <a:off x="4634143" y="6078756"/>
            <a:ext cx="2266248" cy="401808"/>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endParaRPr lang="zh-CN" altLang="en-US" sz="2000" b="0" spc="200" dirty="0">
              <a:solidFill>
                <a:schemeClr val="tx1"/>
              </a:solidFill>
              <a:latin typeface=""/>
              <a:ea typeface="微软雅黑" panose="020B0503020204020204" pitchFamily="34" charset="-122"/>
              <a:sym typeface=""/>
            </a:endParaRPr>
          </a:p>
        </p:txBody>
      </p:sp>
      <p:pic>
        <p:nvPicPr>
          <p:cNvPr id="6" name="图片 5">
            <a:extLst>
              <a:ext uri="{FF2B5EF4-FFF2-40B4-BE49-F238E27FC236}">
                <a16:creationId xmlns:a16="http://schemas.microsoft.com/office/drawing/2014/main" id="{052F5981-29A4-40CD-892D-0736406425ED}"/>
              </a:ext>
            </a:extLst>
          </p:cNvPr>
          <p:cNvPicPr>
            <a:picLocks noChangeAspect="1"/>
          </p:cNvPicPr>
          <p:nvPr/>
        </p:nvPicPr>
        <p:blipFill>
          <a:blip r:embed="rId3">
            <a:lum bright="70000" contrast="-70000"/>
          </a:blip>
          <a:stretch>
            <a:fillRect/>
          </a:stretch>
        </p:blipFill>
        <p:spPr>
          <a:xfrm>
            <a:off x="4862595" y="718278"/>
            <a:ext cx="2440696" cy="1078446"/>
          </a:xfrm>
          <a:prstGeom prst="rect">
            <a:avLst/>
          </a:prstGeom>
        </p:spPr>
      </p:pic>
      <p:grpSp>
        <p:nvGrpSpPr>
          <p:cNvPr id="15" name="组合 14">
            <a:extLst>
              <a:ext uri="{FF2B5EF4-FFF2-40B4-BE49-F238E27FC236}">
                <a16:creationId xmlns:a16="http://schemas.microsoft.com/office/drawing/2014/main" id="{1E266F7B-0495-4926-96BF-B190FE316FA6}"/>
              </a:ext>
            </a:extLst>
          </p:cNvPr>
          <p:cNvGrpSpPr/>
          <p:nvPr/>
        </p:nvGrpSpPr>
        <p:grpSpPr>
          <a:xfrm>
            <a:off x="4634143" y="6323912"/>
            <a:ext cx="2985274" cy="437622"/>
            <a:chOff x="1709530" y="5216427"/>
            <a:chExt cx="2985274" cy="437622"/>
          </a:xfrm>
        </p:grpSpPr>
        <p:sp>
          <p:nvSpPr>
            <p:cNvPr id="22" name="平行四边形 21">
              <a:extLst>
                <a:ext uri="{FF2B5EF4-FFF2-40B4-BE49-F238E27FC236}">
                  <a16:creationId xmlns:a16="http://schemas.microsoft.com/office/drawing/2014/main" id="{92703AA4-DC1F-4F20-8D26-049551BFD4FD}"/>
                </a:ext>
              </a:extLst>
            </p:cNvPr>
            <p:cNvSpPr/>
            <p:nvPr/>
          </p:nvSpPr>
          <p:spPr>
            <a:xfrm>
              <a:off x="1709530" y="5221357"/>
              <a:ext cx="1457739" cy="432692"/>
            </a:xfrm>
            <a:prstGeom prst="parallelogram">
              <a:avLst/>
            </a:prstGeom>
            <a:noFill/>
            <a:ln w="38100">
              <a:gradFill>
                <a:gsLst>
                  <a:gs pos="0">
                    <a:schemeClr val="accent1">
                      <a:lumMod val="5000"/>
                      <a:lumOff val="95000"/>
                      <a:alpha val="0"/>
                    </a:schemeClr>
                  </a:gs>
                  <a:gs pos="73000">
                    <a:srgbClr val="881D79"/>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b="1">
                  <a:solidFill>
                    <a:schemeClr val="accent1"/>
                  </a:solidFill>
                  <a:latin typeface=""/>
                  <a:ea typeface="微软雅黑" panose="020B0503020204020204" pitchFamily="34" charset="-122"/>
                  <a:sym typeface=""/>
                </a:rPr>
                <a:t>助教</a:t>
              </a:r>
              <a:endParaRPr lang="zh-CN" altLang="en-US" sz="2000" b="1" dirty="0">
                <a:solidFill>
                  <a:schemeClr val="accent1"/>
                </a:solidFill>
                <a:latin typeface=""/>
                <a:ea typeface="微软雅黑" panose="020B0503020204020204" pitchFamily="34" charset="-122"/>
                <a:sym typeface=""/>
              </a:endParaRPr>
            </a:p>
          </p:txBody>
        </p:sp>
        <p:sp>
          <p:nvSpPr>
            <p:cNvPr id="23" name="文本框 37">
              <a:extLst>
                <a:ext uri="{FF2B5EF4-FFF2-40B4-BE49-F238E27FC236}">
                  <a16:creationId xmlns:a16="http://schemas.microsoft.com/office/drawing/2014/main" id="{3C9F6519-B8C4-4854-A7B9-ECE40F241C27}"/>
                </a:ext>
              </a:extLst>
            </p:cNvPr>
            <p:cNvSpPr txBox="1"/>
            <p:nvPr/>
          </p:nvSpPr>
          <p:spPr>
            <a:xfrm>
              <a:off x="3409344" y="5216427"/>
              <a:ext cx="128546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latin typeface=""/>
                  <a:ea typeface="微软雅黑" panose="020B0503020204020204" pitchFamily="34" charset="-122"/>
                  <a:sym typeface=""/>
                </a:rPr>
                <a:t>孙佳浩</a:t>
              </a:r>
              <a:endParaRPr lang="zh-CN" altLang="en-US" sz="2000" b="1" dirty="0">
                <a:latin typeface=""/>
                <a:ea typeface="微软雅黑" panose="020B0503020204020204" pitchFamily="34" charset="-122"/>
                <a:sym typeface=""/>
              </a:endParaRPr>
            </a:p>
          </p:txBody>
        </p:sp>
      </p:grpSp>
      <p:grpSp>
        <p:nvGrpSpPr>
          <p:cNvPr id="17" name="组合 16">
            <a:extLst>
              <a:ext uri="{FF2B5EF4-FFF2-40B4-BE49-F238E27FC236}">
                <a16:creationId xmlns:a16="http://schemas.microsoft.com/office/drawing/2014/main" id="{4EF91E05-4792-4FC3-9CA5-7347E78A05DA}"/>
              </a:ext>
            </a:extLst>
          </p:cNvPr>
          <p:cNvGrpSpPr/>
          <p:nvPr/>
        </p:nvGrpSpPr>
        <p:grpSpPr>
          <a:xfrm>
            <a:off x="7666530" y="6306801"/>
            <a:ext cx="3659545" cy="432692"/>
            <a:chOff x="7530577" y="5221357"/>
            <a:chExt cx="3659545" cy="432692"/>
          </a:xfrm>
        </p:grpSpPr>
        <p:sp>
          <p:nvSpPr>
            <p:cNvPr id="18" name="平行四边形 17">
              <a:extLst>
                <a:ext uri="{FF2B5EF4-FFF2-40B4-BE49-F238E27FC236}">
                  <a16:creationId xmlns:a16="http://schemas.microsoft.com/office/drawing/2014/main" id="{E958809B-DA9C-4E1F-9063-C31F9E18ECD7}"/>
                </a:ext>
              </a:extLst>
            </p:cNvPr>
            <p:cNvSpPr/>
            <p:nvPr/>
          </p:nvSpPr>
          <p:spPr>
            <a:xfrm>
              <a:off x="7530577" y="5221357"/>
              <a:ext cx="1673057" cy="432692"/>
            </a:xfrm>
            <a:prstGeom prst="parallelogram">
              <a:avLst/>
            </a:prstGeom>
            <a:noFill/>
            <a:ln w="38100">
              <a:gradFill>
                <a:gsLst>
                  <a:gs pos="0">
                    <a:schemeClr val="accent1">
                      <a:lumMod val="5000"/>
                      <a:lumOff val="95000"/>
                      <a:alpha val="0"/>
                    </a:schemeClr>
                  </a:gs>
                  <a:gs pos="73000">
                    <a:srgbClr val="881D79"/>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b="1" dirty="0">
                  <a:solidFill>
                    <a:schemeClr val="accent1"/>
                  </a:solidFill>
                  <a:latin typeface=""/>
                  <a:ea typeface="微软雅黑" panose="020B0503020204020204" pitchFamily="34" charset="-122"/>
                  <a:sym typeface=""/>
                </a:rPr>
                <a:t>日期</a:t>
              </a:r>
            </a:p>
          </p:txBody>
        </p:sp>
        <p:sp>
          <p:nvSpPr>
            <p:cNvPr id="19" name="文本框 40">
              <a:extLst>
                <a:ext uri="{FF2B5EF4-FFF2-40B4-BE49-F238E27FC236}">
                  <a16:creationId xmlns:a16="http://schemas.microsoft.com/office/drawing/2014/main" id="{C6095D8F-7761-4847-8968-4FAEEF507DDF}"/>
                </a:ext>
              </a:extLst>
            </p:cNvPr>
            <p:cNvSpPr txBox="1"/>
            <p:nvPr/>
          </p:nvSpPr>
          <p:spPr>
            <a:xfrm>
              <a:off x="9256645" y="5221357"/>
              <a:ext cx="193347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a:latin typeface=""/>
                  <a:ea typeface="微软雅黑" panose="020B0503020204020204" pitchFamily="34" charset="-122"/>
                  <a:sym typeface=""/>
                </a:rPr>
                <a:t>2024.10.11</a:t>
              </a:r>
              <a:endParaRPr lang="zh-CN" altLang="en-US" sz="2000" b="1" dirty="0">
                <a:latin typeface=""/>
                <a:ea typeface="微软雅黑" panose="020B0503020204020204" pitchFamily="34" charset="-122"/>
                <a:sym typeface=""/>
              </a:endParaRPr>
            </a:p>
          </p:txBody>
        </p:sp>
      </p:grpSp>
      <p:grpSp>
        <p:nvGrpSpPr>
          <p:cNvPr id="11" name="组合 10">
            <a:extLst>
              <a:ext uri="{FF2B5EF4-FFF2-40B4-BE49-F238E27FC236}">
                <a16:creationId xmlns:a16="http://schemas.microsoft.com/office/drawing/2014/main" id="{6111625C-A264-43E0-871E-02C6F0838992}"/>
              </a:ext>
            </a:extLst>
          </p:cNvPr>
          <p:cNvGrpSpPr/>
          <p:nvPr/>
        </p:nvGrpSpPr>
        <p:grpSpPr>
          <a:xfrm>
            <a:off x="1566858" y="6301871"/>
            <a:ext cx="2985274" cy="437622"/>
            <a:chOff x="1709530" y="5216427"/>
            <a:chExt cx="2985274" cy="437622"/>
          </a:xfrm>
        </p:grpSpPr>
        <p:sp>
          <p:nvSpPr>
            <p:cNvPr id="12" name="平行四边形 11">
              <a:extLst>
                <a:ext uri="{FF2B5EF4-FFF2-40B4-BE49-F238E27FC236}">
                  <a16:creationId xmlns:a16="http://schemas.microsoft.com/office/drawing/2014/main" id="{ADB7673F-51CD-4707-9A5B-C6B6A30ED3F6}"/>
                </a:ext>
              </a:extLst>
            </p:cNvPr>
            <p:cNvSpPr/>
            <p:nvPr/>
          </p:nvSpPr>
          <p:spPr>
            <a:xfrm>
              <a:off x="1709530" y="5221357"/>
              <a:ext cx="1457739" cy="432692"/>
            </a:xfrm>
            <a:prstGeom prst="parallelogram">
              <a:avLst/>
            </a:prstGeom>
            <a:noFill/>
            <a:ln w="38100">
              <a:gradFill>
                <a:gsLst>
                  <a:gs pos="0">
                    <a:schemeClr val="accent1">
                      <a:lumMod val="5000"/>
                      <a:lumOff val="95000"/>
                      <a:alpha val="0"/>
                    </a:schemeClr>
                  </a:gs>
                  <a:gs pos="73000">
                    <a:srgbClr val="881D79"/>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b="1">
                  <a:solidFill>
                    <a:schemeClr val="accent1"/>
                  </a:solidFill>
                  <a:latin typeface=""/>
                  <a:ea typeface="微软雅黑" panose="020B0503020204020204" pitchFamily="34" charset="-122"/>
                  <a:sym typeface=""/>
                </a:rPr>
                <a:t>讲师</a:t>
              </a:r>
              <a:endParaRPr lang="zh-CN" altLang="en-US" sz="2000" b="1" dirty="0">
                <a:solidFill>
                  <a:schemeClr val="accent1"/>
                </a:solidFill>
                <a:latin typeface=""/>
                <a:ea typeface="微软雅黑" panose="020B0503020204020204" pitchFamily="34" charset="-122"/>
                <a:sym typeface=""/>
              </a:endParaRPr>
            </a:p>
          </p:txBody>
        </p:sp>
        <p:sp>
          <p:nvSpPr>
            <p:cNvPr id="13" name="文本框 37">
              <a:extLst>
                <a:ext uri="{FF2B5EF4-FFF2-40B4-BE49-F238E27FC236}">
                  <a16:creationId xmlns:a16="http://schemas.microsoft.com/office/drawing/2014/main" id="{B39093BA-8D9A-4A35-A4BE-FD20F536D269}"/>
                </a:ext>
              </a:extLst>
            </p:cNvPr>
            <p:cNvSpPr txBox="1"/>
            <p:nvPr/>
          </p:nvSpPr>
          <p:spPr>
            <a:xfrm>
              <a:off x="3409344" y="5216427"/>
              <a:ext cx="128546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latin typeface=""/>
                  <a:ea typeface="微软雅黑" panose="020B0503020204020204" pitchFamily="34" charset="-122"/>
                  <a:sym typeface=""/>
                </a:rPr>
                <a:t>陈晨</a:t>
              </a:r>
              <a:endParaRPr lang="zh-CN" altLang="en-US" sz="2000" b="1" dirty="0">
                <a:latin typeface=""/>
                <a:ea typeface="微软雅黑" panose="020B0503020204020204" pitchFamily="34" charset="-122"/>
                <a:sym typeface=""/>
              </a:endParaRPr>
            </a:p>
          </p:txBody>
        </p:sp>
      </p:grpSp>
    </p:spTree>
    <p:extLst>
      <p:ext uri="{BB962C8B-B14F-4D97-AF65-F5344CB8AC3E}">
        <p14:creationId xmlns:p14="http://schemas.microsoft.com/office/powerpoint/2010/main" val="2322756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37CB2AE-34C7-4CC6-BD89-9A5E23EF06BC}"/>
              </a:ext>
            </a:extLst>
          </p:cNvPr>
          <p:cNvSpPr txBox="1"/>
          <p:nvPr/>
        </p:nvSpPr>
        <p:spPr>
          <a:xfrm>
            <a:off x="4686299" y="1361954"/>
            <a:ext cx="2612296" cy="830997"/>
          </a:xfrm>
          <a:prstGeom prst="rect">
            <a:avLst/>
          </a:prstGeom>
          <a:noFill/>
        </p:spPr>
        <p:txBody>
          <a:bodyPr wrap="square" rtlCol="0">
            <a:spAutoFit/>
          </a:bodyPr>
          <a:lstStyle/>
          <a:p>
            <a:pPr algn="dist">
              <a:defRPr/>
            </a:pPr>
            <a:r>
              <a:rPr lang="zh-CN" altLang="en-US" sz="4800" b="1" spc="200">
                <a:solidFill>
                  <a:schemeClr val="accent1">
                    <a:lumMod val="75000"/>
                  </a:schemeClr>
                </a:solidFill>
                <a:latin typeface=""/>
                <a:ea typeface="微软雅黑" panose="020B0503020204020204" pitchFamily="34" charset="-122"/>
                <a:sym typeface=""/>
              </a:rPr>
              <a:t>目录</a:t>
            </a:r>
            <a:endParaRPr lang="en-US" altLang="zh-CN" sz="4800" b="1" spc="200" dirty="0">
              <a:solidFill>
                <a:schemeClr val="accent1">
                  <a:lumMod val="75000"/>
                </a:schemeClr>
              </a:solidFill>
              <a:latin typeface=""/>
              <a:ea typeface="微软雅黑" panose="020B0503020204020204" pitchFamily="34" charset="-122"/>
              <a:sym typeface=""/>
            </a:endParaRPr>
          </a:p>
        </p:txBody>
      </p:sp>
      <p:sp>
        <p:nvSpPr>
          <p:cNvPr id="7" name="矩形 6">
            <a:extLst>
              <a:ext uri="{FF2B5EF4-FFF2-40B4-BE49-F238E27FC236}">
                <a16:creationId xmlns:a16="http://schemas.microsoft.com/office/drawing/2014/main" id="{002ECCB9-FD69-4958-8240-3A3C2F1737E6}"/>
              </a:ext>
            </a:extLst>
          </p:cNvPr>
          <p:cNvSpPr/>
          <p:nvPr/>
        </p:nvSpPr>
        <p:spPr>
          <a:xfrm>
            <a:off x="2294165" y="2267859"/>
            <a:ext cx="7241722" cy="3822698"/>
          </a:xfrm>
          <a:prstGeom prst="rect">
            <a:avLst/>
          </a:prstGeom>
          <a:blipFill dpi="0" rotWithShape="1">
            <a:blip r:embed="rId2" cstate="email">
              <a:extLst>
                <a:ext uri="{28A0092B-C50C-407E-A947-70E740481C1C}">
                  <a14:useLocalDpi xmlns:a14="http://schemas.microsoft.com/office/drawing/2010/main"/>
                </a:ext>
              </a:extLst>
            </a:blip>
            <a:srcRect/>
            <a:stretch>
              <a:fillRect t="3"/>
            </a:stretch>
          </a:blipFill>
          <a:ln>
            <a:noFill/>
          </a:ln>
          <a:effectLst>
            <a:outerShdw blurRad="1905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
              <a:ea typeface="微软雅黑" panose="020B0503020204020204" pitchFamily="34" charset="-122"/>
              <a:sym typeface=""/>
            </a:endParaRPr>
          </a:p>
        </p:txBody>
      </p:sp>
      <p:sp>
        <p:nvSpPr>
          <p:cNvPr id="9" name="文本框 8">
            <a:extLst>
              <a:ext uri="{FF2B5EF4-FFF2-40B4-BE49-F238E27FC236}">
                <a16:creationId xmlns:a16="http://schemas.microsoft.com/office/drawing/2014/main" id="{270C51DF-C37B-476F-B838-8D038297F6CB}"/>
              </a:ext>
            </a:extLst>
          </p:cNvPr>
          <p:cNvSpPr txBox="1"/>
          <p:nvPr/>
        </p:nvSpPr>
        <p:spPr>
          <a:xfrm>
            <a:off x="4380470" y="2581687"/>
            <a:ext cx="3138616" cy="3108543"/>
          </a:xfrm>
          <a:prstGeom prst="rect">
            <a:avLst/>
          </a:prstGeom>
          <a:noFill/>
        </p:spPr>
        <p:txBody>
          <a:bodyPr wrap="square" rtlCol="0">
            <a:spAutoFit/>
          </a:bodyPr>
          <a:lstStyle/>
          <a:p>
            <a:pPr algn="ctr"/>
            <a:r>
              <a:rPr lang="en-US" altLang="zh-CN" sz="2800" b="1"/>
              <a:t>1.     </a:t>
            </a:r>
            <a:r>
              <a:rPr lang="zh-CN" altLang="en-US" sz="2800" b="1"/>
              <a:t>数据预处理</a:t>
            </a:r>
            <a:endParaRPr lang="en-US" altLang="zh-CN" sz="2800" b="1"/>
          </a:p>
          <a:p>
            <a:pPr algn="ctr"/>
            <a:r>
              <a:rPr lang="en-US" altLang="zh-CN" sz="2800" b="1"/>
              <a:t>2.     </a:t>
            </a:r>
            <a:r>
              <a:rPr lang="zh-CN" altLang="en-US" sz="2800" b="1"/>
              <a:t>分词</a:t>
            </a:r>
            <a:endParaRPr lang="en-US" altLang="zh-CN" sz="2800" b="1"/>
          </a:p>
          <a:p>
            <a:pPr algn="ctr"/>
            <a:r>
              <a:rPr lang="en-US" altLang="zh-CN" sz="2800" b="1"/>
              <a:t>3.     </a:t>
            </a:r>
            <a:r>
              <a:rPr lang="zh-CN" altLang="en-US" sz="2800" b="1"/>
              <a:t>特征抽取</a:t>
            </a:r>
            <a:endParaRPr lang="en-US" altLang="zh-CN" sz="2800" b="1"/>
          </a:p>
          <a:p>
            <a:pPr marL="514350" indent="-514350" algn="ctr">
              <a:buAutoNum type="arabicPeriod" startAt="4"/>
            </a:pPr>
            <a:r>
              <a:rPr lang="zh-CN" altLang="en-US" sz="2800" b="1"/>
              <a:t>  设计模型</a:t>
            </a:r>
            <a:endParaRPr lang="en-US" altLang="zh-CN" sz="2800" b="1"/>
          </a:p>
          <a:p>
            <a:pPr marL="514350" indent="-514350" algn="ctr">
              <a:buAutoNum type="arabicPeriod" startAt="4"/>
            </a:pPr>
            <a:r>
              <a:rPr lang="zh-CN" altLang="en-US" sz="2800" b="1"/>
              <a:t>  评估模型</a:t>
            </a:r>
            <a:endParaRPr lang="en-US" altLang="zh-CN" sz="2800" b="1"/>
          </a:p>
          <a:p>
            <a:pPr marL="514350" indent="-514350" algn="ctr">
              <a:buAutoNum type="arabicPeriod" startAt="4"/>
            </a:pPr>
            <a:r>
              <a:rPr lang="zh-CN" altLang="en-US" sz="2800" b="1"/>
              <a:t>  分析实验</a:t>
            </a:r>
            <a:endParaRPr lang="en-US" altLang="zh-CN" sz="2800" b="1"/>
          </a:p>
          <a:p>
            <a:pPr marL="514350" indent="-514350" algn="ctr">
              <a:buAutoNum type="arabicPeriod" startAt="4"/>
            </a:pPr>
            <a:r>
              <a:rPr lang="zh-CN" altLang="en-US" sz="2800" b="1"/>
              <a:t> 总结</a:t>
            </a:r>
          </a:p>
        </p:txBody>
      </p:sp>
    </p:spTree>
    <p:extLst>
      <p:ext uri="{BB962C8B-B14F-4D97-AF65-F5344CB8AC3E}">
        <p14:creationId xmlns:p14="http://schemas.microsoft.com/office/powerpoint/2010/main" val="1474568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30179D3-B91D-C722-2243-4A600B52FE8A}"/>
              </a:ext>
            </a:extLst>
          </p:cNvPr>
          <p:cNvSpPr txBox="1"/>
          <p:nvPr/>
        </p:nvSpPr>
        <p:spPr>
          <a:xfrm>
            <a:off x="4323145" y="113381"/>
            <a:ext cx="2511705" cy="584775"/>
          </a:xfrm>
          <a:prstGeom prst="rect">
            <a:avLst/>
          </a:prstGeom>
          <a:noFill/>
        </p:spPr>
        <p:txBody>
          <a:bodyPr wrap="square">
            <a:spAutoFit/>
          </a:bodyPr>
          <a:lstStyle/>
          <a:p>
            <a:pPr algn="l"/>
            <a:r>
              <a:rPr lang="zh-CN" altLang="en-US" sz="3200" b="1" i="0" dirty="0">
                <a:effectLst/>
                <a:latin typeface="-apple-system"/>
              </a:rPr>
              <a:t>数据预处理</a:t>
            </a:r>
          </a:p>
        </p:txBody>
      </p:sp>
      <p:pic>
        <p:nvPicPr>
          <p:cNvPr id="8" name="图片 7">
            <a:extLst>
              <a:ext uri="{FF2B5EF4-FFF2-40B4-BE49-F238E27FC236}">
                <a16:creationId xmlns:a16="http://schemas.microsoft.com/office/drawing/2014/main" id="{86377F04-8DD1-4DC9-237F-CF24488C11BA}"/>
              </a:ext>
            </a:extLst>
          </p:cNvPr>
          <p:cNvPicPr>
            <a:picLocks noChangeAspect="1"/>
          </p:cNvPicPr>
          <p:nvPr/>
        </p:nvPicPr>
        <p:blipFill>
          <a:blip r:embed="rId3"/>
          <a:stretch>
            <a:fillRect/>
          </a:stretch>
        </p:blipFill>
        <p:spPr>
          <a:xfrm>
            <a:off x="2256099" y="909576"/>
            <a:ext cx="9462304" cy="1655903"/>
          </a:xfrm>
          <a:prstGeom prst="rect">
            <a:avLst/>
          </a:prstGeom>
        </p:spPr>
      </p:pic>
      <p:sp>
        <p:nvSpPr>
          <p:cNvPr id="10" name="文本框 9">
            <a:extLst>
              <a:ext uri="{FF2B5EF4-FFF2-40B4-BE49-F238E27FC236}">
                <a16:creationId xmlns:a16="http://schemas.microsoft.com/office/drawing/2014/main" id="{4F7DD83C-21A9-8509-CB67-84A2AF569664}"/>
              </a:ext>
            </a:extLst>
          </p:cNvPr>
          <p:cNvSpPr txBox="1"/>
          <p:nvPr/>
        </p:nvSpPr>
        <p:spPr>
          <a:xfrm>
            <a:off x="609980" y="1275862"/>
            <a:ext cx="1404680" cy="461665"/>
          </a:xfrm>
          <a:prstGeom prst="rect">
            <a:avLst/>
          </a:prstGeom>
          <a:noFill/>
        </p:spPr>
        <p:txBody>
          <a:bodyPr wrap="none" rtlCol="0">
            <a:spAutoFit/>
          </a:bodyPr>
          <a:lstStyle/>
          <a:p>
            <a:pPr algn="ctr"/>
            <a:r>
              <a:rPr lang="en-US" altLang="zh-CN" sz="2400" b="1" dirty="0">
                <a:latin typeface="Calisto MT" panose="02040603050505030304" pitchFamily="18" charset="0"/>
              </a:rPr>
              <a:t>Train.txt</a:t>
            </a:r>
            <a:endParaRPr lang="zh-CN" altLang="en-US" sz="2400" b="1" dirty="0">
              <a:latin typeface="Calisto MT" panose="02040603050505030304" pitchFamily="18" charset="0"/>
            </a:endParaRPr>
          </a:p>
        </p:txBody>
      </p:sp>
      <p:sp>
        <p:nvSpPr>
          <p:cNvPr id="12" name="图文框 11">
            <a:extLst>
              <a:ext uri="{FF2B5EF4-FFF2-40B4-BE49-F238E27FC236}">
                <a16:creationId xmlns:a16="http://schemas.microsoft.com/office/drawing/2014/main" id="{F0D4F7C6-D050-9994-6447-19EEEB6015F2}"/>
              </a:ext>
            </a:extLst>
          </p:cNvPr>
          <p:cNvSpPr/>
          <p:nvPr/>
        </p:nvSpPr>
        <p:spPr>
          <a:xfrm>
            <a:off x="2390171" y="954912"/>
            <a:ext cx="572947" cy="166870"/>
          </a:xfrm>
          <a:prstGeom prst="fram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3" name="图文框 12">
            <a:extLst>
              <a:ext uri="{FF2B5EF4-FFF2-40B4-BE49-F238E27FC236}">
                <a16:creationId xmlns:a16="http://schemas.microsoft.com/office/drawing/2014/main" id="{9963CEC8-69CD-465D-D6E2-C38D8DC7F039}"/>
              </a:ext>
            </a:extLst>
          </p:cNvPr>
          <p:cNvSpPr/>
          <p:nvPr/>
        </p:nvSpPr>
        <p:spPr>
          <a:xfrm>
            <a:off x="5523053" y="954912"/>
            <a:ext cx="572947" cy="166870"/>
          </a:xfrm>
          <a:prstGeom prst="fram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图文框 13">
            <a:extLst>
              <a:ext uri="{FF2B5EF4-FFF2-40B4-BE49-F238E27FC236}">
                <a16:creationId xmlns:a16="http://schemas.microsoft.com/office/drawing/2014/main" id="{E64C1E22-B6CE-3EED-5DF5-DCA3813A8F97}"/>
              </a:ext>
            </a:extLst>
          </p:cNvPr>
          <p:cNvSpPr/>
          <p:nvPr/>
        </p:nvSpPr>
        <p:spPr>
          <a:xfrm>
            <a:off x="7913224" y="954912"/>
            <a:ext cx="572947" cy="166870"/>
          </a:xfrm>
          <a:prstGeom prst="fram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8" name="文本框 17">
            <a:extLst>
              <a:ext uri="{FF2B5EF4-FFF2-40B4-BE49-F238E27FC236}">
                <a16:creationId xmlns:a16="http://schemas.microsoft.com/office/drawing/2014/main" id="{9E12D3A3-8575-F30F-41E5-4E53D7E7DE21}"/>
              </a:ext>
            </a:extLst>
          </p:cNvPr>
          <p:cNvSpPr txBox="1"/>
          <p:nvPr/>
        </p:nvSpPr>
        <p:spPr>
          <a:xfrm>
            <a:off x="1949370" y="2712435"/>
            <a:ext cx="8293260" cy="369332"/>
          </a:xfrm>
          <a:prstGeom prst="rect">
            <a:avLst/>
          </a:prstGeom>
          <a:noFill/>
        </p:spPr>
        <p:txBody>
          <a:bodyPr wrap="square">
            <a:spAutoFit/>
          </a:bodyPr>
          <a:lstStyle/>
          <a:p>
            <a:r>
              <a:rPr lang="zh-CN" altLang="en-US" b="1" dirty="0"/>
              <a:t>5</a:t>
            </a:r>
            <a:r>
              <a:rPr lang="zh-CN" altLang="en-US" b="1" dirty="0">
                <a:solidFill>
                  <a:srgbClr val="FF0000"/>
                </a:solidFill>
              </a:rPr>
              <a:t>_separator_</a:t>
            </a:r>
            <a:r>
              <a:rPr lang="zh-CN" altLang="en-US" b="1" dirty="0"/>
              <a:t>峄城阴平的路……</a:t>
            </a:r>
            <a:r>
              <a:rPr lang="zh-CN" altLang="en-US" b="1" dirty="0">
                <a:solidFill>
                  <a:srgbClr val="FF0000"/>
                </a:solidFill>
              </a:rPr>
              <a:t>_separator_</a:t>
            </a:r>
            <a:r>
              <a:rPr lang="zh-CN" altLang="en-US" b="1" dirty="0"/>
              <a:t>千村万落,陶渊明</a:t>
            </a:r>
            <a:r>
              <a:rPr lang="zh-CN" altLang="en-US" b="1" dirty="0">
                <a:solidFill>
                  <a:srgbClr val="FF0000"/>
                </a:solidFill>
              </a:rPr>
              <a:t>_separator_</a:t>
            </a:r>
            <a:r>
              <a:rPr lang="zh-CN" altLang="en-US" b="1" dirty="0"/>
              <a:t>3</a:t>
            </a:r>
          </a:p>
        </p:txBody>
      </p:sp>
      <p:sp>
        <p:nvSpPr>
          <p:cNvPr id="21" name="文本框 20">
            <a:extLst>
              <a:ext uri="{FF2B5EF4-FFF2-40B4-BE49-F238E27FC236}">
                <a16:creationId xmlns:a16="http://schemas.microsoft.com/office/drawing/2014/main" id="{29742CB9-06F0-E8A8-4C9F-F50618A40140}"/>
              </a:ext>
            </a:extLst>
          </p:cNvPr>
          <p:cNvSpPr txBox="1"/>
          <p:nvPr/>
        </p:nvSpPr>
        <p:spPr>
          <a:xfrm>
            <a:off x="1949370" y="3854470"/>
            <a:ext cx="8293260" cy="369332"/>
          </a:xfrm>
          <a:prstGeom prst="rect">
            <a:avLst/>
          </a:prstGeom>
          <a:noFill/>
        </p:spPr>
        <p:txBody>
          <a:bodyPr wrap="square">
            <a:spAutoFit/>
          </a:bodyPr>
          <a:lstStyle/>
          <a:p>
            <a:r>
              <a:rPr lang="zh-CN" altLang="en-US" b="1" dirty="0"/>
              <a:t>5</a:t>
            </a:r>
            <a:r>
              <a:rPr lang="en-US" altLang="zh-CN" b="1" dirty="0">
                <a:solidFill>
                  <a:srgbClr val="FF0000"/>
                </a:solidFill>
              </a:rPr>
              <a:t>	      </a:t>
            </a:r>
            <a:r>
              <a:rPr lang="zh-CN" altLang="en-US" b="1" dirty="0"/>
              <a:t>峄城阴平的路……</a:t>
            </a:r>
            <a:r>
              <a:rPr lang="en-US" altLang="zh-CN" b="1" dirty="0"/>
              <a:t>	         </a:t>
            </a:r>
            <a:r>
              <a:rPr lang="zh-CN" altLang="en-US" b="1" dirty="0"/>
              <a:t>千村万落,陶渊明</a:t>
            </a:r>
            <a:r>
              <a:rPr lang="en-US" altLang="zh-CN" b="1" dirty="0">
                <a:solidFill>
                  <a:srgbClr val="FF0000"/>
                </a:solidFill>
              </a:rPr>
              <a:t>	          </a:t>
            </a:r>
            <a:r>
              <a:rPr lang="zh-CN" altLang="en-US" b="1" dirty="0"/>
              <a:t>3</a:t>
            </a:r>
          </a:p>
        </p:txBody>
      </p:sp>
      <p:sp>
        <p:nvSpPr>
          <p:cNvPr id="35" name="箭头: 下 34">
            <a:extLst>
              <a:ext uri="{FF2B5EF4-FFF2-40B4-BE49-F238E27FC236}">
                <a16:creationId xmlns:a16="http://schemas.microsoft.com/office/drawing/2014/main" id="{CD845B99-F03E-E685-B20C-ABC035CC742F}"/>
              </a:ext>
            </a:extLst>
          </p:cNvPr>
          <p:cNvSpPr/>
          <p:nvPr/>
        </p:nvSpPr>
        <p:spPr>
          <a:xfrm>
            <a:off x="5150734" y="3159895"/>
            <a:ext cx="630820" cy="6018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56E186C6-E952-088E-3AAF-AA4655CF74BA}"/>
              </a:ext>
            </a:extLst>
          </p:cNvPr>
          <p:cNvSpPr txBox="1"/>
          <p:nvPr/>
        </p:nvSpPr>
        <p:spPr>
          <a:xfrm>
            <a:off x="6014742" y="3237286"/>
            <a:ext cx="816250" cy="461665"/>
          </a:xfrm>
          <a:prstGeom prst="rect">
            <a:avLst/>
          </a:prstGeom>
          <a:noFill/>
        </p:spPr>
        <p:txBody>
          <a:bodyPr wrap="none" rtlCol="0">
            <a:spAutoFit/>
          </a:bodyPr>
          <a:lstStyle/>
          <a:p>
            <a:pPr algn="ctr"/>
            <a:r>
              <a:rPr lang="en-US" altLang="zh-CN" sz="2400" b="1" dirty="0">
                <a:latin typeface="Calisto MT" panose="02040603050505030304" pitchFamily="18" charset="0"/>
              </a:rPr>
              <a:t>Split</a:t>
            </a:r>
            <a:endParaRPr lang="zh-CN" altLang="en-US" sz="2400" b="1" dirty="0">
              <a:latin typeface="Calisto MT" panose="02040603050505030304" pitchFamily="18" charset="0"/>
            </a:endParaRPr>
          </a:p>
        </p:txBody>
      </p:sp>
      <p:pic>
        <p:nvPicPr>
          <p:cNvPr id="37" name="图片 36">
            <a:extLst>
              <a:ext uri="{FF2B5EF4-FFF2-40B4-BE49-F238E27FC236}">
                <a16:creationId xmlns:a16="http://schemas.microsoft.com/office/drawing/2014/main" id="{14D62EA6-0BD0-7398-62F5-41AE04F1F08B}"/>
              </a:ext>
            </a:extLst>
          </p:cNvPr>
          <p:cNvPicPr>
            <a:picLocks noChangeAspect="1"/>
          </p:cNvPicPr>
          <p:nvPr/>
        </p:nvPicPr>
        <p:blipFill>
          <a:blip r:embed="rId4"/>
          <a:stretch>
            <a:fillRect/>
          </a:stretch>
        </p:blipFill>
        <p:spPr>
          <a:xfrm>
            <a:off x="844130" y="4757169"/>
            <a:ext cx="10071618" cy="2089257"/>
          </a:xfrm>
          <a:prstGeom prst="rect">
            <a:avLst/>
          </a:prstGeom>
        </p:spPr>
      </p:pic>
      <p:cxnSp>
        <p:nvCxnSpPr>
          <p:cNvPr id="40" name="直接箭头连接符 39">
            <a:extLst>
              <a:ext uri="{FF2B5EF4-FFF2-40B4-BE49-F238E27FC236}">
                <a16:creationId xmlns:a16="http://schemas.microsoft.com/office/drawing/2014/main" id="{8EA988F1-D8D1-DA4D-6000-B897FF396381}"/>
              </a:ext>
            </a:extLst>
          </p:cNvPr>
          <p:cNvCxnSpPr>
            <a:cxnSpLocks/>
          </p:cNvCxnSpPr>
          <p:nvPr/>
        </p:nvCxnSpPr>
        <p:spPr>
          <a:xfrm flipH="1">
            <a:off x="1255853" y="4132162"/>
            <a:ext cx="758807" cy="625007"/>
          </a:xfrm>
          <a:prstGeom prst="straightConnector1">
            <a:avLst/>
          </a:prstGeom>
          <a:ln>
            <a:solidFill>
              <a:schemeClr val="accent2"/>
            </a:solidFill>
            <a:tailEnd type="triangle"/>
          </a:ln>
        </p:spPr>
        <p:style>
          <a:lnRef idx="3">
            <a:schemeClr val="dk1"/>
          </a:lnRef>
          <a:fillRef idx="0">
            <a:schemeClr val="dk1"/>
          </a:fillRef>
          <a:effectRef idx="2">
            <a:schemeClr val="dk1"/>
          </a:effectRef>
          <a:fontRef idx="minor">
            <a:schemeClr val="tx1"/>
          </a:fontRef>
        </p:style>
      </p:cxnSp>
      <p:cxnSp>
        <p:nvCxnSpPr>
          <p:cNvPr id="42" name="直接箭头连接符 41">
            <a:extLst>
              <a:ext uri="{FF2B5EF4-FFF2-40B4-BE49-F238E27FC236}">
                <a16:creationId xmlns:a16="http://schemas.microsoft.com/office/drawing/2014/main" id="{6D3579D9-6DCA-4182-1E3B-5D94BA0048ED}"/>
              </a:ext>
            </a:extLst>
          </p:cNvPr>
          <p:cNvCxnSpPr>
            <a:cxnSpLocks/>
          </p:cNvCxnSpPr>
          <p:nvPr/>
        </p:nvCxnSpPr>
        <p:spPr>
          <a:xfrm>
            <a:off x="4155311" y="4177982"/>
            <a:ext cx="810228" cy="579187"/>
          </a:xfrm>
          <a:prstGeom prst="straightConnector1">
            <a:avLst/>
          </a:prstGeom>
          <a:ln>
            <a:solidFill>
              <a:schemeClr val="accent2"/>
            </a:solidFill>
            <a:tailEnd type="triangle"/>
          </a:ln>
        </p:spPr>
        <p:style>
          <a:lnRef idx="3">
            <a:schemeClr val="dk1"/>
          </a:lnRef>
          <a:fillRef idx="0">
            <a:schemeClr val="dk1"/>
          </a:fillRef>
          <a:effectRef idx="2">
            <a:schemeClr val="dk1"/>
          </a:effectRef>
          <a:fontRef idx="minor">
            <a:schemeClr val="tx1"/>
          </a:fontRef>
        </p:style>
      </p:cxnSp>
      <p:cxnSp>
        <p:nvCxnSpPr>
          <p:cNvPr id="46" name="直接箭头连接符 45">
            <a:extLst>
              <a:ext uri="{FF2B5EF4-FFF2-40B4-BE49-F238E27FC236}">
                <a16:creationId xmlns:a16="http://schemas.microsoft.com/office/drawing/2014/main" id="{58B8B206-6BC0-4CE1-A761-4BC661890FC5}"/>
              </a:ext>
            </a:extLst>
          </p:cNvPr>
          <p:cNvCxnSpPr>
            <a:cxnSpLocks/>
          </p:cNvCxnSpPr>
          <p:nvPr/>
        </p:nvCxnSpPr>
        <p:spPr>
          <a:xfrm>
            <a:off x="7232250" y="4200892"/>
            <a:ext cx="2640955" cy="510004"/>
          </a:xfrm>
          <a:prstGeom prst="straightConnector1">
            <a:avLst/>
          </a:prstGeom>
          <a:ln>
            <a:solidFill>
              <a:schemeClr val="accent2"/>
            </a:solidFill>
            <a:tailEnd type="triangle"/>
          </a:ln>
        </p:spPr>
        <p:style>
          <a:lnRef idx="3">
            <a:schemeClr val="dk1"/>
          </a:lnRef>
          <a:fillRef idx="0">
            <a:schemeClr val="dk1"/>
          </a:fillRef>
          <a:effectRef idx="2">
            <a:schemeClr val="dk1"/>
          </a:effectRef>
          <a:fontRef idx="minor">
            <a:schemeClr val="tx1"/>
          </a:fontRef>
        </p:style>
      </p:cxnSp>
      <p:cxnSp>
        <p:nvCxnSpPr>
          <p:cNvPr id="48" name="直接箭头连接符 47">
            <a:extLst>
              <a:ext uri="{FF2B5EF4-FFF2-40B4-BE49-F238E27FC236}">
                <a16:creationId xmlns:a16="http://schemas.microsoft.com/office/drawing/2014/main" id="{4015C88B-35A1-40D5-41F8-922797993E3E}"/>
              </a:ext>
            </a:extLst>
          </p:cNvPr>
          <p:cNvCxnSpPr>
            <a:cxnSpLocks/>
          </p:cNvCxnSpPr>
          <p:nvPr/>
        </p:nvCxnSpPr>
        <p:spPr>
          <a:xfrm>
            <a:off x="9161362" y="4155072"/>
            <a:ext cx="1464197" cy="555824"/>
          </a:xfrm>
          <a:prstGeom prst="straightConnector1">
            <a:avLst/>
          </a:prstGeom>
          <a:ln>
            <a:solidFill>
              <a:schemeClr val="accent2"/>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69076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a:extLst>
              <a:ext uri="{FF2B5EF4-FFF2-40B4-BE49-F238E27FC236}">
                <a16:creationId xmlns:a16="http://schemas.microsoft.com/office/drawing/2014/main" id="{D5C1BF88-39D1-7600-910E-9F2127C3B129}"/>
              </a:ext>
            </a:extLst>
          </p:cNvPr>
          <p:cNvSpPr/>
          <p:nvPr/>
        </p:nvSpPr>
        <p:spPr>
          <a:xfrm>
            <a:off x="5664724" y="4269651"/>
            <a:ext cx="6195083" cy="826530"/>
          </a:xfrm>
          <a:prstGeom prst="rect">
            <a:avLst/>
          </a:prstGeom>
          <a:solidFill>
            <a:srgbClr val="D9D9D9">
              <a:alpha val="3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87B0ECC2-6198-0A15-8BAF-BEE81B8B056D}"/>
              </a:ext>
            </a:extLst>
          </p:cNvPr>
          <p:cNvSpPr/>
          <p:nvPr/>
        </p:nvSpPr>
        <p:spPr>
          <a:xfrm>
            <a:off x="432570" y="4269651"/>
            <a:ext cx="4216209" cy="779202"/>
          </a:xfrm>
          <a:prstGeom prst="rect">
            <a:avLst/>
          </a:prstGeom>
          <a:solidFill>
            <a:srgbClr val="D9D9D9">
              <a:alpha val="3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矩形 48">
            <a:extLst>
              <a:ext uri="{FF2B5EF4-FFF2-40B4-BE49-F238E27FC236}">
                <a16:creationId xmlns:a16="http://schemas.microsoft.com/office/drawing/2014/main" id="{3162EE1E-80E5-9B14-566E-CFAA6616ACCD}"/>
              </a:ext>
            </a:extLst>
          </p:cNvPr>
          <p:cNvSpPr/>
          <p:nvPr/>
        </p:nvSpPr>
        <p:spPr>
          <a:xfrm>
            <a:off x="3167219" y="2054804"/>
            <a:ext cx="4722471" cy="779202"/>
          </a:xfrm>
          <a:prstGeom prst="rect">
            <a:avLst/>
          </a:prstGeom>
          <a:solidFill>
            <a:srgbClr val="D9D9D9">
              <a:alpha val="3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C30179D3-B91D-C722-2243-4A600B52FE8A}"/>
              </a:ext>
            </a:extLst>
          </p:cNvPr>
          <p:cNvSpPr txBox="1"/>
          <p:nvPr/>
        </p:nvSpPr>
        <p:spPr>
          <a:xfrm>
            <a:off x="5008944" y="93296"/>
            <a:ext cx="1105382" cy="584775"/>
          </a:xfrm>
          <a:prstGeom prst="rect">
            <a:avLst/>
          </a:prstGeom>
          <a:noFill/>
        </p:spPr>
        <p:txBody>
          <a:bodyPr wrap="square">
            <a:spAutoFit/>
          </a:bodyPr>
          <a:lstStyle/>
          <a:p>
            <a:pPr algn="l"/>
            <a:r>
              <a:rPr lang="zh-CN" altLang="en-US" sz="3200" b="1" dirty="0">
                <a:latin typeface="-apple-system"/>
              </a:rPr>
              <a:t>分词</a:t>
            </a:r>
            <a:endParaRPr lang="zh-CN" altLang="en-US" sz="3200" b="1" i="0" dirty="0">
              <a:effectLst/>
              <a:latin typeface="-apple-system"/>
            </a:endParaRPr>
          </a:p>
        </p:txBody>
      </p:sp>
      <p:sp>
        <p:nvSpPr>
          <p:cNvPr id="9" name="矩形 8">
            <a:extLst>
              <a:ext uri="{FF2B5EF4-FFF2-40B4-BE49-F238E27FC236}">
                <a16:creationId xmlns:a16="http://schemas.microsoft.com/office/drawing/2014/main" id="{DA04A907-5C66-D730-090D-DCE907F6563D}"/>
              </a:ext>
            </a:extLst>
          </p:cNvPr>
          <p:cNvSpPr/>
          <p:nvPr/>
        </p:nvSpPr>
        <p:spPr>
          <a:xfrm>
            <a:off x="3887221" y="861904"/>
            <a:ext cx="3409789"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Calisto MT" panose="02040603050505030304" pitchFamily="18" charset="0"/>
              </a:rPr>
              <a:t>I want to eat apple</a:t>
            </a:r>
            <a:endParaRPr lang="zh-CN" altLang="en-US" sz="2400" b="1" dirty="0">
              <a:solidFill>
                <a:schemeClr val="tx1"/>
              </a:solidFill>
              <a:latin typeface="Calisto MT" panose="02040603050505030304" pitchFamily="18" charset="0"/>
            </a:endParaRPr>
          </a:p>
        </p:txBody>
      </p:sp>
      <p:sp>
        <p:nvSpPr>
          <p:cNvPr id="11" name="箭头: 下 10">
            <a:extLst>
              <a:ext uri="{FF2B5EF4-FFF2-40B4-BE49-F238E27FC236}">
                <a16:creationId xmlns:a16="http://schemas.microsoft.com/office/drawing/2014/main" id="{B620106B-E4B8-1964-AA68-7E92A26D405F}"/>
              </a:ext>
            </a:extLst>
          </p:cNvPr>
          <p:cNvSpPr/>
          <p:nvPr/>
        </p:nvSpPr>
        <p:spPr>
          <a:xfrm>
            <a:off x="5331685" y="1445119"/>
            <a:ext cx="520860" cy="561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4690BAB1-9AA4-79B1-99B1-F1777C4EB373}"/>
              </a:ext>
            </a:extLst>
          </p:cNvPr>
          <p:cNvSpPr/>
          <p:nvPr/>
        </p:nvSpPr>
        <p:spPr>
          <a:xfrm>
            <a:off x="3346103" y="2164201"/>
            <a:ext cx="425893"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Calisto MT" panose="02040603050505030304" pitchFamily="18" charset="0"/>
              </a:rPr>
              <a:t>I</a:t>
            </a:r>
            <a:endParaRPr lang="zh-CN" altLang="en-US" sz="2400" b="1" dirty="0">
              <a:solidFill>
                <a:schemeClr val="tx1"/>
              </a:solidFill>
              <a:latin typeface="Calisto MT" panose="02040603050505030304" pitchFamily="18" charset="0"/>
            </a:endParaRPr>
          </a:p>
        </p:txBody>
      </p:sp>
      <p:sp>
        <p:nvSpPr>
          <p:cNvPr id="16" name="矩形 15">
            <a:extLst>
              <a:ext uri="{FF2B5EF4-FFF2-40B4-BE49-F238E27FC236}">
                <a16:creationId xmlns:a16="http://schemas.microsoft.com/office/drawing/2014/main" id="{C6CEFC4B-8C94-4604-5776-0566FA8EE070}"/>
              </a:ext>
            </a:extLst>
          </p:cNvPr>
          <p:cNvSpPr/>
          <p:nvPr/>
        </p:nvSpPr>
        <p:spPr>
          <a:xfrm>
            <a:off x="4054088" y="2164201"/>
            <a:ext cx="858014"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Calisto MT" panose="02040603050505030304" pitchFamily="18" charset="0"/>
              </a:rPr>
              <a:t>want</a:t>
            </a:r>
            <a:endParaRPr lang="zh-CN" altLang="en-US" sz="2400" b="1" dirty="0">
              <a:solidFill>
                <a:schemeClr val="tx1"/>
              </a:solidFill>
              <a:latin typeface="Calisto MT" panose="02040603050505030304" pitchFamily="18" charset="0"/>
            </a:endParaRPr>
          </a:p>
        </p:txBody>
      </p:sp>
      <p:sp>
        <p:nvSpPr>
          <p:cNvPr id="17" name="矩形 16">
            <a:extLst>
              <a:ext uri="{FF2B5EF4-FFF2-40B4-BE49-F238E27FC236}">
                <a16:creationId xmlns:a16="http://schemas.microsoft.com/office/drawing/2014/main" id="{B5F81A74-9C22-48B0-6532-BDC785813202}"/>
              </a:ext>
            </a:extLst>
          </p:cNvPr>
          <p:cNvSpPr/>
          <p:nvPr/>
        </p:nvSpPr>
        <p:spPr>
          <a:xfrm>
            <a:off x="5120446" y="2164201"/>
            <a:ext cx="607671"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Calisto MT" panose="02040603050505030304" pitchFamily="18" charset="0"/>
              </a:rPr>
              <a:t>to</a:t>
            </a:r>
            <a:endParaRPr lang="zh-CN" altLang="en-US" sz="2400" b="1" dirty="0">
              <a:solidFill>
                <a:schemeClr val="tx1"/>
              </a:solidFill>
              <a:latin typeface="Calisto MT" panose="02040603050505030304" pitchFamily="18" charset="0"/>
            </a:endParaRPr>
          </a:p>
        </p:txBody>
      </p:sp>
      <p:sp>
        <p:nvSpPr>
          <p:cNvPr id="19" name="矩形 18">
            <a:extLst>
              <a:ext uri="{FF2B5EF4-FFF2-40B4-BE49-F238E27FC236}">
                <a16:creationId xmlns:a16="http://schemas.microsoft.com/office/drawing/2014/main" id="{4E2092D6-6567-03B3-37B9-8788391F5C06}"/>
              </a:ext>
            </a:extLst>
          </p:cNvPr>
          <p:cNvSpPr/>
          <p:nvPr/>
        </p:nvSpPr>
        <p:spPr>
          <a:xfrm>
            <a:off x="5959609" y="2164201"/>
            <a:ext cx="607671"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Calisto MT" panose="02040603050505030304" pitchFamily="18" charset="0"/>
              </a:rPr>
              <a:t>eat</a:t>
            </a:r>
            <a:endParaRPr lang="zh-CN" altLang="en-US" sz="2400" b="1" dirty="0">
              <a:solidFill>
                <a:schemeClr val="tx1"/>
              </a:solidFill>
              <a:latin typeface="Calisto MT" panose="02040603050505030304" pitchFamily="18" charset="0"/>
            </a:endParaRPr>
          </a:p>
        </p:txBody>
      </p:sp>
      <p:sp>
        <p:nvSpPr>
          <p:cNvPr id="20" name="矩形 19">
            <a:extLst>
              <a:ext uri="{FF2B5EF4-FFF2-40B4-BE49-F238E27FC236}">
                <a16:creationId xmlns:a16="http://schemas.microsoft.com/office/drawing/2014/main" id="{C7E33891-CAAF-E517-5698-0AD67F4D4445}"/>
              </a:ext>
            </a:extLst>
          </p:cNvPr>
          <p:cNvSpPr/>
          <p:nvPr/>
        </p:nvSpPr>
        <p:spPr>
          <a:xfrm>
            <a:off x="6761679" y="2164201"/>
            <a:ext cx="951495"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Calisto MT" panose="02040603050505030304" pitchFamily="18" charset="0"/>
              </a:rPr>
              <a:t>apple</a:t>
            </a:r>
            <a:endParaRPr lang="zh-CN" altLang="en-US" sz="2400" b="1" dirty="0">
              <a:solidFill>
                <a:schemeClr val="tx1"/>
              </a:solidFill>
              <a:latin typeface="Calisto MT" panose="02040603050505030304" pitchFamily="18" charset="0"/>
            </a:endParaRPr>
          </a:p>
        </p:txBody>
      </p:sp>
      <p:sp>
        <p:nvSpPr>
          <p:cNvPr id="22" name="矩形 21">
            <a:extLst>
              <a:ext uri="{FF2B5EF4-FFF2-40B4-BE49-F238E27FC236}">
                <a16:creationId xmlns:a16="http://schemas.microsoft.com/office/drawing/2014/main" id="{5F9460CE-372D-55E9-DCC2-133BBABEBBF3}"/>
              </a:ext>
            </a:extLst>
          </p:cNvPr>
          <p:cNvSpPr/>
          <p:nvPr/>
        </p:nvSpPr>
        <p:spPr>
          <a:xfrm>
            <a:off x="3278741" y="3288046"/>
            <a:ext cx="4361285"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Calisto MT" panose="02040603050505030304" pitchFamily="18" charset="0"/>
              </a:rPr>
              <a:t>今天星期四请我吃</a:t>
            </a:r>
            <a:r>
              <a:rPr lang="en-US" altLang="zh-CN" sz="2400" b="1" dirty="0">
                <a:solidFill>
                  <a:schemeClr val="tx1"/>
                </a:solidFill>
                <a:latin typeface="Calisto MT" panose="02040603050505030304" pitchFamily="18" charset="0"/>
              </a:rPr>
              <a:t>KFC</a:t>
            </a:r>
            <a:endParaRPr lang="zh-CN" altLang="en-US" sz="2400" b="1" dirty="0">
              <a:solidFill>
                <a:schemeClr val="tx1"/>
              </a:solidFill>
              <a:latin typeface="Calisto MT" panose="02040603050505030304" pitchFamily="18" charset="0"/>
            </a:endParaRPr>
          </a:p>
        </p:txBody>
      </p:sp>
      <p:sp>
        <p:nvSpPr>
          <p:cNvPr id="25" name="任意多边形: 形状 24">
            <a:extLst>
              <a:ext uri="{FF2B5EF4-FFF2-40B4-BE49-F238E27FC236}">
                <a16:creationId xmlns:a16="http://schemas.microsoft.com/office/drawing/2014/main" id="{A9C3720E-C213-6F00-A06F-4775E92A27D0}"/>
              </a:ext>
            </a:extLst>
          </p:cNvPr>
          <p:cNvSpPr/>
          <p:nvPr/>
        </p:nvSpPr>
        <p:spPr>
          <a:xfrm>
            <a:off x="8020827" y="1445119"/>
            <a:ext cx="609685" cy="609685"/>
          </a:xfrm>
          <a:custGeom>
            <a:avLst/>
            <a:gdLst>
              <a:gd name="T0" fmla="*/ 6054 w 9270"/>
              <a:gd name="T1" fmla="*/ 3368 h 9270"/>
              <a:gd name="T2" fmla="*/ 6352 w 9270"/>
              <a:gd name="T3" fmla="*/ 3492 h 9270"/>
              <a:gd name="T4" fmla="*/ 6476 w 9270"/>
              <a:gd name="T5" fmla="*/ 3789 h 9270"/>
              <a:gd name="T6" fmla="*/ 6350 w 9270"/>
              <a:gd name="T7" fmla="*/ 4089 h 9270"/>
              <a:gd name="T8" fmla="*/ 4563 w 9270"/>
              <a:gd name="T9" fmla="*/ 5876 h 9270"/>
              <a:gd name="T10" fmla="*/ 4266 w 9270"/>
              <a:gd name="T11" fmla="*/ 5998 h 9270"/>
              <a:gd name="T12" fmla="*/ 3967 w 9270"/>
              <a:gd name="T13" fmla="*/ 5876 h 9270"/>
              <a:gd name="T14" fmla="*/ 3072 w 9270"/>
              <a:gd name="T15" fmla="*/ 4984 h 9270"/>
              <a:gd name="T16" fmla="*/ 2950 w 9270"/>
              <a:gd name="T17" fmla="*/ 4684 h 9270"/>
              <a:gd name="T18" fmla="*/ 3073 w 9270"/>
              <a:gd name="T19" fmla="*/ 4387 h 9270"/>
              <a:gd name="T20" fmla="*/ 3371 w 9270"/>
              <a:gd name="T21" fmla="*/ 4263 h 9270"/>
              <a:gd name="T22" fmla="*/ 3671 w 9270"/>
              <a:gd name="T23" fmla="*/ 4388 h 9270"/>
              <a:gd name="T24" fmla="*/ 4267 w 9270"/>
              <a:gd name="T25" fmla="*/ 4984 h 9270"/>
              <a:gd name="T26" fmla="*/ 5755 w 9270"/>
              <a:gd name="T27" fmla="*/ 3493 h 9270"/>
              <a:gd name="T28" fmla="*/ 6054 w 9270"/>
              <a:gd name="T29" fmla="*/ 3367 h 9270"/>
              <a:gd name="T30" fmla="*/ 6054 w 9270"/>
              <a:gd name="T31" fmla="*/ 3368 h 9270"/>
              <a:gd name="T32" fmla="*/ 4635 w 9270"/>
              <a:gd name="T33" fmla="*/ 843 h 9270"/>
              <a:gd name="T34" fmla="*/ 3162 w 9270"/>
              <a:gd name="T35" fmla="*/ 1145 h 9270"/>
              <a:gd name="T36" fmla="*/ 1953 w 9270"/>
              <a:gd name="T37" fmla="*/ 1952 h 9270"/>
              <a:gd name="T38" fmla="*/ 1144 w 9270"/>
              <a:gd name="T39" fmla="*/ 3162 h 9270"/>
              <a:gd name="T40" fmla="*/ 843 w 9270"/>
              <a:gd name="T41" fmla="*/ 4635 h 9270"/>
              <a:gd name="T42" fmla="*/ 1144 w 9270"/>
              <a:gd name="T43" fmla="*/ 6108 h 9270"/>
              <a:gd name="T44" fmla="*/ 1953 w 9270"/>
              <a:gd name="T45" fmla="*/ 7318 h 9270"/>
              <a:gd name="T46" fmla="*/ 3162 w 9270"/>
              <a:gd name="T47" fmla="*/ 8125 h 9270"/>
              <a:gd name="T48" fmla="*/ 4635 w 9270"/>
              <a:gd name="T49" fmla="*/ 8427 h 9270"/>
              <a:gd name="T50" fmla="*/ 6108 w 9270"/>
              <a:gd name="T51" fmla="*/ 8125 h 9270"/>
              <a:gd name="T52" fmla="*/ 7317 w 9270"/>
              <a:gd name="T53" fmla="*/ 7318 h 9270"/>
              <a:gd name="T54" fmla="*/ 8126 w 9270"/>
              <a:gd name="T55" fmla="*/ 6108 h 9270"/>
              <a:gd name="T56" fmla="*/ 8427 w 9270"/>
              <a:gd name="T57" fmla="*/ 4635 h 9270"/>
              <a:gd name="T58" fmla="*/ 8126 w 9270"/>
              <a:gd name="T59" fmla="*/ 3162 h 9270"/>
              <a:gd name="T60" fmla="*/ 7317 w 9270"/>
              <a:gd name="T61" fmla="*/ 1952 h 9270"/>
              <a:gd name="T62" fmla="*/ 6108 w 9270"/>
              <a:gd name="T63" fmla="*/ 1145 h 9270"/>
              <a:gd name="T64" fmla="*/ 4635 w 9270"/>
              <a:gd name="T65" fmla="*/ 843 h 9270"/>
              <a:gd name="T66" fmla="*/ 4635 w 9270"/>
              <a:gd name="T67" fmla="*/ 0 h 9270"/>
              <a:gd name="T68" fmla="*/ 6437 w 9270"/>
              <a:gd name="T69" fmla="*/ 367 h 9270"/>
              <a:gd name="T70" fmla="*/ 7915 w 9270"/>
              <a:gd name="T71" fmla="*/ 1355 h 9270"/>
              <a:gd name="T72" fmla="*/ 8903 w 9270"/>
              <a:gd name="T73" fmla="*/ 2833 h 9270"/>
              <a:gd name="T74" fmla="*/ 9270 w 9270"/>
              <a:gd name="T75" fmla="*/ 4635 h 9270"/>
              <a:gd name="T76" fmla="*/ 8903 w 9270"/>
              <a:gd name="T77" fmla="*/ 6437 h 9270"/>
              <a:gd name="T78" fmla="*/ 7915 w 9270"/>
              <a:gd name="T79" fmla="*/ 7914 h 9270"/>
              <a:gd name="T80" fmla="*/ 6437 w 9270"/>
              <a:gd name="T81" fmla="*/ 8902 h 9270"/>
              <a:gd name="T82" fmla="*/ 4635 w 9270"/>
              <a:gd name="T83" fmla="*/ 9270 h 9270"/>
              <a:gd name="T84" fmla="*/ 2833 w 9270"/>
              <a:gd name="T85" fmla="*/ 8902 h 9270"/>
              <a:gd name="T86" fmla="*/ 1355 w 9270"/>
              <a:gd name="T87" fmla="*/ 7914 h 9270"/>
              <a:gd name="T88" fmla="*/ 367 w 9270"/>
              <a:gd name="T89" fmla="*/ 6437 h 9270"/>
              <a:gd name="T90" fmla="*/ 0 w 9270"/>
              <a:gd name="T91" fmla="*/ 4635 h 9270"/>
              <a:gd name="T92" fmla="*/ 367 w 9270"/>
              <a:gd name="T93" fmla="*/ 2833 h 9270"/>
              <a:gd name="T94" fmla="*/ 1355 w 9270"/>
              <a:gd name="T95" fmla="*/ 1355 h 9270"/>
              <a:gd name="T96" fmla="*/ 2833 w 9270"/>
              <a:gd name="T97" fmla="*/ 367 h 9270"/>
              <a:gd name="T98" fmla="*/ 4635 w 9270"/>
              <a:gd name="T99" fmla="*/ 0 h 9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270" h="9270">
                <a:moveTo>
                  <a:pt x="6054" y="3368"/>
                </a:moveTo>
                <a:cubicBezTo>
                  <a:pt x="6170" y="3368"/>
                  <a:pt x="6269" y="3409"/>
                  <a:pt x="6352" y="3492"/>
                </a:cubicBezTo>
                <a:cubicBezTo>
                  <a:pt x="6434" y="3574"/>
                  <a:pt x="6476" y="3673"/>
                  <a:pt x="6476" y="3789"/>
                </a:cubicBezTo>
                <a:cubicBezTo>
                  <a:pt x="6476" y="3905"/>
                  <a:pt x="6434" y="4005"/>
                  <a:pt x="6350" y="4089"/>
                </a:cubicBezTo>
                <a:lnTo>
                  <a:pt x="4563" y="5876"/>
                </a:lnTo>
                <a:cubicBezTo>
                  <a:pt x="4482" y="5957"/>
                  <a:pt x="4383" y="5998"/>
                  <a:pt x="4266" y="5998"/>
                </a:cubicBezTo>
                <a:cubicBezTo>
                  <a:pt x="4148" y="5998"/>
                  <a:pt x="4048" y="5957"/>
                  <a:pt x="3967" y="5876"/>
                </a:cubicBezTo>
                <a:lnTo>
                  <a:pt x="3072" y="4984"/>
                </a:lnTo>
                <a:cubicBezTo>
                  <a:pt x="2991" y="4903"/>
                  <a:pt x="2950" y="4804"/>
                  <a:pt x="2950" y="4684"/>
                </a:cubicBezTo>
                <a:cubicBezTo>
                  <a:pt x="2950" y="4568"/>
                  <a:pt x="2991" y="4469"/>
                  <a:pt x="3073" y="4387"/>
                </a:cubicBezTo>
                <a:cubicBezTo>
                  <a:pt x="3156" y="4304"/>
                  <a:pt x="3255" y="4263"/>
                  <a:pt x="3371" y="4263"/>
                </a:cubicBezTo>
                <a:cubicBezTo>
                  <a:pt x="3488" y="4263"/>
                  <a:pt x="3588" y="4304"/>
                  <a:pt x="3671" y="4388"/>
                </a:cubicBezTo>
                <a:lnTo>
                  <a:pt x="4267" y="4984"/>
                </a:lnTo>
                <a:lnTo>
                  <a:pt x="5755" y="3493"/>
                </a:lnTo>
                <a:cubicBezTo>
                  <a:pt x="5838" y="3409"/>
                  <a:pt x="5938" y="3367"/>
                  <a:pt x="6054" y="3367"/>
                </a:cubicBezTo>
                <a:lnTo>
                  <a:pt x="6054" y="3368"/>
                </a:lnTo>
                <a:close/>
                <a:moveTo>
                  <a:pt x="4635" y="843"/>
                </a:moveTo>
                <a:cubicBezTo>
                  <a:pt x="4122" y="843"/>
                  <a:pt x="3630" y="944"/>
                  <a:pt x="3162" y="1145"/>
                </a:cubicBezTo>
                <a:cubicBezTo>
                  <a:pt x="2694" y="1344"/>
                  <a:pt x="2291" y="1615"/>
                  <a:pt x="1953" y="1952"/>
                </a:cubicBezTo>
                <a:cubicBezTo>
                  <a:pt x="1614" y="2291"/>
                  <a:pt x="1345" y="2693"/>
                  <a:pt x="1144" y="3162"/>
                </a:cubicBezTo>
                <a:cubicBezTo>
                  <a:pt x="944" y="3629"/>
                  <a:pt x="844" y="4121"/>
                  <a:pt x="843" y="4635"/>
                </a:cubicBezTo>
                <a:cubicBezTo>
                  <a:pt x="843" y="5147"/>
                  <a:pt x="943" y="5639"/>
                  <a:pt x="1144" y="6108"/>
                </a:cubicBezTo>
                <a:cubicBezTo>
                  <a:pt x="1345" y="6577"/>
                  <a:pt x="1615" y="6979"/>
                  <a:pt x="1953" y="7318"/>
                </a:cubicBezTo>
                <a:cubicBezTo>
                  <a:pt x="2290" y="7655"/>
                  <a:pt x="2693" y="7924"/>
                  <a:pt x="3162" y="8125"/>
                </a:cubicBezTo>
                <a:cubicBezTo>
                  <a:pt x="3631" y="8326"/>
                  <a:pt x="4122" y="8427"/>
                  <a:pt x="4635" y="8427"/>
                </a:cubicBezTo>
                <a:cubicBezTo>
                  <a:pt x="5148" y="8427"/>
                  <a:pt x="5639" y="8326"/>
                  <a:pt x="6108" y="8125"/>
                </a:cubicBezTo>
                <a:cubicBezTo>
                  <a:pt x="6577" y="7924"/>
                  <a:pt x="6980" y="7655"/>
                  <a:pt x="7317" y="7318"/>
                </a:cubicBezTo>
                <a:cubicBezTo>
                  <a:pt x="7655" y="6979"/>
                  <a:pt x="7925" y="6577"/>
                  <a:pt x="8126" y="6108"/>
                </a:cubicBezTo>
                <a:cubicBezTo>
                  <a:pt x="8327" y="5639"/>
                  <a:pt x="8427" y="5147"/>
                  <a:pt x="8427" y="4635"/>
                </a:cubicBezTo>
                <a:cubicBezTo>
                  <a:pt x="8427" y="4121"/>
                  <a:pt x="8326" y="3630"/>
                  <a:pt x="8126" y="3162"/>
                </a:cubicBezTo>
                <a:cubicBezTo>
                  <a:pt x="7925" y="2693"/>
                  <a:pt x="7656" y="2291"/>
                  <a:pt x="7317" y="1952"/>
                </a:cubicBezTo>
                <a:cubicBezTo>
                  <a:pt x="6980" y="1615"/>
                  <a:pt x="6576" y="1344"/>
                  <a:pt x="6108" y="1145"/>
                </a:cubicBezTo>
                <a:cubicBezTo>
                  <a:pt x="5640" y="944"/>
                  <a:pt x="5148" y="843"/>
                  <a:pt x="4635" y="843"/>
                </a:cubicBezTo>
                <a:close/>
                <a:moveTo>
                  <a:pt x="4635" y="0"/>
                </a:moveTo>
                <a:cubicBezTo>
                  <a:pt x="5265" y="0"/>
                  <a:pt x="5866" y="123"/>
                  <a:pt x="6437" y="367"/>
                </a:cubicBezTo>
                <a:cubicBezTo>
                  <a:pt x="7009" y="612"/>
                  <a:pt x="7502" y="941"/>
                  <a:pt x="7915" y="1355"/>
                </a:cubicBezTo>
                <a:cubicBezTo>
                  <a:pt x="8329" y="1768"/>
                  <a:pt x="8658" y="2261"/>
                  <a:pt x="8903" y="2833"/>
                </a:cubicBezTo>
                <a:cubicBezTo>
                  <a:pt x="9147" y="3404"/>
                  <a:pt x="9270" y="4005"/>
                  <a:pt x="9270" y="4635"/>
                </a:cubicBezTo>
                <a:cubicBezTo>
                  <a:pt x="9270" y="5265"/>
                  <a:pt x="9147" y="5865"/>
                  <a:pt x="8903" y="6437"/>
                </a:cubicBezTo>
                <a:cubicBezTo>
                  <a:pt x="8658" y="7008"/>
                  <a:pt x="8329" y="7501"/>
                  <a:pt x="7915" y="7914"/>
                </a:cubicBezTo>
                <a:cubicBezTo>
                  <a:pt x="7501" y="8329"/>
                  <a:pt x="7009" y="8658"/>
                  <a:pt x="6437" y="8902"/>
                </a:cubicBezTo>
                <a:cubicBezTo>
                  <a:pt x="5866" y="9146"/>
                  <a:pt x="5265" y="9270"/>
                  <a:pt x="4635" y="9270"/>
                </a:cubicBezTo>
                <a:cubicBezTo>
                  <a:pt x="4005" y="9270"/>
                  <a:pt x="3404" y="9146"/>
                  <a:pt x="2833" y="8902"/>
                </a:cubicBezTo>
                <a:cubicBezTo>
                  <a:pt x="2261" y="8658"/>
                  <a:pt x="1768" y="8329"/>
                  <a:pt x="1355" y="7914"/>
                </a:cubicBezTo>
                <a:cubicBezTo>
                  <a:pt x="941" y="7501"/>
                  <a:pt x="612" y="7008"/>
                  <a:pt x="367" y="6437"/>
                </a:cubicBezTo>
                <a:cubicBezTo>
                  <a:pt x="123" y="5865"/>
                  <a:pt x="0" y="5265"/>
                  <a:pt x="0" y="4635"/>
                </a:cubicBezTo>
                <a:cubicBezTo>
                  <a:pt x="0" y="4005"/>
                  <a:pt x="123" y="3404"/>
                  <a:pt x="367" y="2833"/>
                </a:cubicBezTo>
                <a:cubicBezTo>
                  <a:pt x="612" y="2261"/>
                  <a:pt x="941" y="1768"/>
                  <a:pt x="1355" y="1355"/>
                </a:cubicBezTo>
                <a:cubicBezTo>
                  <a:pt x="1769" y="941"/>
                  <a:pt x="2261" y="612"/>
                  <a:pt x="2833" y="367"/>
                </a:cubicBezTo>
                <a:cubicBezTo>
                  <a:pt x="3404" y="123"/>
                  <a:pt x="4005" y="0"/>
                  <a:pt x="4635"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矩形 26">
            <a:extLst>
              <a:ext uri="{FF2B5EF4-FFF2-40B4-BE49-F238E27FC236}">
                <a16:creationId xmlns:a16="http://schemas.microsoft.com/office/drawing/2014/main" id="{F9AF4F2E-2DDB-98EE-8E97-60724948E182}"/>
              </a:ext>
            </a:extLst>
          </p:cNvPr>
          <p:cNvSpPr/>
          <p:nvPr/>
        </p:nvSpPr>
        <p:spPr>
          <a:xfrm>
            <a:off x="541172" y="4426374"/>
            <a:ext cx="425893"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Calisto MT" panose="02040603050505030304" pitchFamily="18" charset="0"/>
              </a:rPr>
              <a:t>今</a:t>
            </a:r>
          </a:p>
        </p:txBody>
      </p:sp>
      <p:sp>
        <p:nvSpPr>
          <p:cNvPr id="28" name="矩形 27">
            <a:extLst>
              <a:ext uri="{FF2B5EF4-FFF2-40B4-BE49-F238E27FC236}">
                <a16:creationId xmlns:a16="http://schemas.microsoft.com/office/drawing/2014/main" id="{C42EB3F1-5822-434C-32CB-21F741C2690E}"/>
              </a:ext>
            </a:extLst>
          </p:cNvPr>
          <p:cNvSpPr/>
          <p:nvPr/>
        </p:nvSpPr>
        <p:spPr>
          <a:xfrm>
            <a:off x="1249157" y="4426374"/>
            <a:ext cx="523313"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Calisto MT" panose="02040603050505030304" pitchFamily="18" charset="0"/>
              </a:rPr>
              <a:t>天</a:t>
            </a:r>
          </a:p>
        </p:txBody>
      </p:sp>
      <p:sp>
        <p:nvSpPr>
          <p:cNvPr id="29" name="矩形 28">
            <a:extLst>
              <a:ext uri="{FF2B5EF4-FFF2-40B4-BE49-F238E27FC236}">
                <a16:creationId xmlns:a16="http://schemas.microsoft.com/office/drawing/2014/main" id="{D0EE387C-EEF8-D9EB-B6E4-A379C519A0C3}"/>
              </a:ext>
            </a:extLst>
          </p:cNvPr>
          <p:cNvSpPr/>
          <p:nvPr/>
        </p:nvSpPr>
        <p:spPr>
          <a:xfrm>
            <a:off x="2096038" y="4426374"/>
            <a:ext cx="567684"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Calisto MT" panose="02040603050505030304" pitchFamily="18" charset="0"/>
              </a:rPr>
              <a:t>星</a:t>
            </a:r>
          </a:p>
        </p:txBody>
      </p:sp>
      <p:sp>
        <p:nvSpPr>
          <p:cNvPr id="31" name="矩形 30">
            <a:extLst>
              <a:ext uri="{FF2B5EF4-FFF2-40B4-BE49-F238E27FC236}">
                <a16:creationId xmlns:a16="http://schemas.microsoft.com/office/drawing/2014/main" id="{7334414C-33EF-EB09-3465-614723DAD968}"/>
              </a:ext>
            </a:extLst>
          </p:cNvPr>
          <p:cNvSpPr/>
          <p:nvPr/>
        </p:nvSpPr>
        <p:spPr>
          <a:xfrm>
            <a:off x="3945173" y="4426374"/>
            <a:ext cx="564761"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Calisto MT" panose="02040603050505030304" pitchFamily="18" charset="0"/>
              </a:rPr>
              <a:t>C</a:t>
            </a:r>
            <a:endParaRPr lang="zh-CN" altLang="en-US" sz="2400" b="1" dirty="0">
              <a:solidFill>
                <a:schemeClr val="tx1"/>
              </a:solidFill>
              <a:latin typeface="Calisto MT" panose="02040603050505030304" pitchFamily="18" charset="0"/>
            </a:endParaRPr>
          </a:p>
        </p:txBody>
      </p:sp>
      <p:sp>
        <p:nvSpPr>
          <p:cNvPr id="33" name="任意多边形: 形状 32">
            <a:extLst>
              <a:ext uri="{FF2B5EF4-FFF2-40B4-BE49-F238E27FC236}">
                <a16:creationId xmlns:a16="http://schemas.microsoft.com/office/drawing/2014/main" id="{46341609-E446-DBFF-D2F2-227575571BE8}"/>
              </a:ext>
            </a:extLst>
          </p:cNvPr>
          <p:cNvSpPr/>
          <p:nvPr/>
        </p:nvSpPr>
        <p:spPr>
          <a:xfrm>
            <a:off x="3002679" y="4612313"/>
            <a:ext cx="609685" cy="144778"/>
          </a:xfrm>
          <a:custGeom>
            <a:avLst/>
            <a:gdLst>
              <a:gd name="connsiteX0" fmla="*/ 530581 w 602346"/>
              <a:gd name="connsiteY0" fmla="*/ 0 h 143036"/>
              <a:gd name="connsiteX1" fmla="*/ 602346 w 602346"/>
              <a:gd name="connsiteY1" fmla="*/ 71518 h 143036"/>
              <a:gd name="connsiteX2" fmla="*/ 530581 w 602346"/>
              <a:gd name="connsiteY2" fmla="*/ 143036 h 143036"/>
              <a:gd name="connsiteX3" fmla="*/ 458816 w 602346"/>
              <a:gd name="connsiteY3" fmla="*/ 71518 h 143036"/>
              <a:gd name="connsiteX4" fmla="*/ 530581 w 602346"/>
              <a:gd name="connsiteY4" fmla="*/ 0 h 143036"/>
              <a:gd name="connsiteX5" fmla="*/ 301173 w 602346"/>
              <a:gd name="connsiteY5" fmla="*/ 0 h 143036"/>
              <a:gd name="connsiteX6" fmla="*/ 372797 w 602346"/>
              <a:gd name="connsiteY6" fmla="*/ 71518 h 143036"/>
              <a:gd name="connsiteX7" fmla="*/ 301173 w 602346"/>
              <a:gd name="connsiteY7" fmla="*/ 143036 h 143036"/>
              <a:gd name="connsiteX8" fmla="*/ 229549 w 602346"/>
              <a:gd name="connsiteY8" fmla="*/ 71518 h 143036"/>
              <a:gd name="connsiteX9" fmla="*/ 301173 w 602346"/>
              <a:gd name="connsiteY9" fmla="*/ 0 h 143036"/>
              <a:gd name="connsiteX10" fmla="*/ 71730 w 602346"/>
              <a:gd name="connsiteY10" fmla="*/ 0 h 143036"/>
              <a:gd name="connsiteX11" fmla="*/ 143460 w 602346"/>
              <a:gd name="connsiteY11" fmla="*/ 71518 h 143036"/>
              <a:gd name="connsiteX12" fmla="*/ 71730 w 602346"/>
              <a:gd name="connsiteY12" fmla="*/ 143036 h 143036"/>
              <a:gd name="connsiteX13" fmla="*/ 0 w 602346"/>
              <a:gd name="connsiteY13" fmla="*/ 71518 h 143036"/>
              <a:gd name="connsiteX14" fmla="*/ 71730 w 602346"/>
              <a:gd name="connsiteY14" fmla="*/ 0 h 14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2346" h="143036">
                <a:moveTo>
                  <a:pt x="530581" y="0"/>
                </a:moveTo>
                <a:cubicBezTo>
                  <a:pt x="570216" y="0"/>
                  <a:pt x="602346" y="32020"/>
                  <a:pt x="602346" y="71518"/>
                </a:cubicBezTo>
                <a:cubicBezTo>
                  <a:pt x="602346" y="111016"/>
                  <a:pt x="570216" y="143036"/>
                  <a:pt x="530581" y="143036"/>
                </a:cubicBezTo>
                <a:cubicBezTo>
                  <a:pt x="490946" y="143036"/>
                  <a:pt x="458816" y="111016"/>
                  <a:pt x="458816" y="71518"/>
                </a:cubicBezTo>
                <a:cubicBezTo>
                  <a:pt x="458816" y="32020"/>
                  <a:pt x="490946" y="0"/>
                  <a:pt x="530581" y="0"/>
                </a:cubicBezTo>
                <a:close/>
                <a:moveTo>
                  <a:pt x="301173" y="0"/>
                </a:moveTo>
                <a:cubicBezTo>
                  <a:pt x="340730" y="0"/>
                  <a:pt x="372797" y="32020"/>
                  <a:pt x="372797" y="71518"/>
                </a:cubicBezTo>
                <a:cubicBezTo>
                  <a:pt x="372797" y="111016"/>
                  <a:pt x="340730" y="143036"/>
                  <a:pt x="301173" y="143036"/>
                </a:cubicBezTo>
                <a:cubicBezTo>
                  <a:pt x="261616" y="143036"/>
                  <a:pt x="229549" y="111016"/>
                  <a:pt x="229549" y="71518"/>
                </a:cubicBezTo>
                <a:cubicBezTo>
                  <a:pt x="229549" y="32020"/>
                  <a:pt x="261616" y="0"/>
                  <a:pt x="301173" y="0"/>
                </a:cubicBezTo>
                <a:close/>
                <a:moveTo>
                  <a:pt x="71730" y="0"/>
                </a:moveTo>
                <a:cubicBezTo>
                  <a:pt x="111345" y="0"/>
                  <a:pt x="143460" y="32020"/>
                  <a:pt x="143460" y="71518"/>
                </a:cubicBezTo>
                <a:cubicBezTo>
                  <a:pt x="143460" y="111016"/>
                  <a:pt x="111345" y="143036"/>
                  <a:pt x="71730" y="143036"/>
                </a:cubicBezTo>
                <a:cubicBezTo>
                  <a:pt x="32115" y="143036"/>
                  <a:pt x="0" y="111016"/>
                  <a:pt x="0" y="71518"/>
                </a:cubicBezTo>
                <a:cubicBezTo>
                  <a:pt x="0" y="32020"/>
                  <a:pt x="32115" y="0"/>
                  <a:pt x="7173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任意多边形: 形状 33">
            <a:extLst>
              <a:ext uri="{FF2B5EF4-FFF2-40B4-BE49-F238E27FC236}">
                <a16:creationId xmlns:a16="http://schemas.microsoft.com/office/drawing/2014/main" id="{F7978BB5-F559-06ED-3426-C52C02E4685B}"/>
              </a:ext>
            </a:extLst>
          </p:cNvPr>
          <p:cNvSpPr/>
          <p:nvPr/>
        </p:nvSpPr>
        <p:spPr>
          <a:xfrm>
            <a:off x="2358879" y="5185544"/>
            <a:ext cx="609685" cy="609563"/>
          </a:xfrm>
          <a:custGeom>
            <a:avLst/>
            <a:gdLst>
              <a:gd name="T0" fmla="*/ 6034 w 10378"/>
              <a:gd name="T1" fmla="*/ 5117 h 10377"/>
              <a:gd name="T2" fmla="*/ 7180 w 10378"/>
              <a:gd name="T3" fmla="*/ 3970 h 10377"/>
              <a:gd name="T4" fmla="*/ 7180 w 10378"/>
              <a:gd name="T5" fmla="*/ 3052 h 10377"/>
              <a:gd name="T6" fmla="*/ 6263 w 10378"/>
              <a:gd name="T7" fmla="*/ 3052 h 10377"/>
              <a:gd name="T8" fmla="*/ 5117 w 10378"/>
              <a:gd name="T9" fmla="*/ 4198 h 10377"/>
              <a:gd name="T10" fmla="*/ 3970 w 10378"/>
              <a:gd name="T11" fmla="*/ 3052 h 10377"/>
              <a:gd name="T12" fmla="*/ 3053 w 10378"/>
              <a:gd name="T13" fmla="*/ 3052 h 10377"/>
              <a:gd name="T14" fmla="*/ 3053 w 10378"/>
              <a:gd name="T15" fmla="*/ 3969 h 10377"/>
              <a:gd name="T16" fmla="*/ 4199 w 10378"/>
              <a:gd name="T17" fmla="*/ 5117 h 10377"/>
              <a:gd name="T18" fmla="*/ 3053 w 10378"/>
              <a:gd name="T19" fmla="*/ 6263 h 10377"/>
              <a:gd name="T20" fmla="*/ 3053 w 10378"/>
              <a:gd name="T21" fmla="*/ 7181 h 10377"/>
              <a:gd name="T22" fmla="*/ 3970 w 10378"/>
              <a:gd name="T23" fmla="*/ 7181 h 10377"/>
              <a:gd name="T24" fmla="*/ 5118 w 10378"/>
              <a:gd name="T25" fmla="*/ 6034 h 10377"/>
              <a:gd name="T26" fmla="*/ 6264 w 10378"/>
              <a:gd name="T27" fmla="*/ 7181 h 10377"/>
              <a:gd name="T28" fmla="*/ 7182 w 10378"/>
              <a:gd name="T29" fmla="*/ 7181 h 10377"/>
              <a:gd name="T30" fmla="*/ 7182 w 10378"/>
              <a:gd name="T31" fmla="*/ 6263 h 10377"/>
              <a:gd name="T32" fmla="*/ 6034 w 10378"/>
              <a:gd name="T33" fmla="*/ 5117 h 10377"/>
              <a:gd name="T34" fmla="*/ 5189 w 10378"/>
              <a:gd name="T35" fmla="*/ 10377 h 10377"/>
              <a:gd name="T36" fmla="*/ 0 w 10378"/>
              <a:gd name="T37" fmla="*/ 5188 h 10377"/>
              <a:gd name="T38" fmla="*/ 5189 w 10378"/>
              <a:gd name="T39" fmla="*/ 0 h 10377"/>
              <a:gd name="T40" fmla="*/ 10378 w 10378"/>
              <a:gd name="T41" fmla="*/ 5188 h 10377"/>
              <a:gd name="T42" fmla="*/ 5189 w 10378"/>
              <a:gd name="T43" fmla="*/ 10377 h 10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378" h="10377">
                <a:moveTo>
                  <a:pt x="6034" y="5117"/>
                </a:moveTo>
                <a:lnTo>
                  <a:pt x="7180" y="3970"/>
                </a:lnTo>
                <a:cubicBezTo>
                  <a:pt x="7434" y="3716"/>
                  <a:pt x="7433" y="3306"/>
                  <a:pt x="7180" y="3052"/>
                </a:cubicBezTo>
                <a:cubicBezTo>
                  <a:pt x="6927" y="2798"/>
                  <a:pt x="6517" y="2798"/>
                  <a:pt x="6263" y="3052"/>
                </a:cubicBezTo>
                <a:lnTo>
                  <a:pt x="5117" y="4198"/>
                </a:lnTo>
                <a:lnTo>
                  <a:pt x="3970" y="3052"/>
                </a:lnTo>
                <a:cubicBezTo>
                  <a:pt x="3717" y="2798"/>
                  <a:pt x="3307" y="2798"/>
                  <a:pt x="3053" y="3052"/>
                </a:cubicBezTo>
                <a:cubicBezTo>
                  <a:pt x="2799" y="3306"/>
                  <a:pt x="2799" y="3716"/>
                  <a:pt x="3053" y="3969"/>
                </a:cubicBezTo>
                <a:lnTo>
                  <a:pt x="4199" y="5117"/>
                </a:lnTo>
                <a:lnTo>
                  <a:pt x="3053" y="6263"/>
                </a:lnTo>
                <a:cubicBezTo>
                  <a:pt x="2799" y="6517"/>
                  <a:pt x="2799" y="6927"/>
                  <a:pt x="3053" y="7181"/>
                </a:cubicBezTo>
                <a:cubicBezTo>
                  <a:pt x="3307" y="7434"/>
                  <a:pt x="3717" y="7434"/>
                  <a:pt x="3970" y="7181"/>
                </a:cubicBezTo>
                <a:lnTo>
                  <a:pt x="5118" y="6034"/>
                </a:lnTo>
                <a:lnTo>
                  <a:pt x="6264" y="7181"/>
                </a:lnTo>
                <a:cubicBezTo>
                  <a:pt x="6518" y="7434"/>
                  <a:pt x="6928" y="7434"/>
                  <a:pt x="7182" y="7181"/>
                </a:cubicBezTo>
                <a:cubicBezTo>
                  <a:pt x="7435" y="6927"/>
                  <a:pt x="7435" y="6517"/>
                  <a:pt x="7182" y="6263"/>
                </a:cubicBezTo>
                <a:lnTo>
                  <a:pt x="6034" y="5117"/>
                </a:lnTo>
                <a:close/>
                <a:moveTo>
                  <a:pt x="5189" y="10377"/>
                </a:moveTo>
                <a:cubicBezTo>
                  <a:pt x="2324" y="10377"/>
                  <a:pt x="0" y="8054"/>
                  <a:pt x="0" y="5188"/>
                </a:cubicBezTo>
                <a:cubicBezTo>
                  <a:pt x="0" y="2322"/>
                  <a:pt x="2324" y="0"/>
                  <a:pt x="5189" y="0"/>
                </a:cubicBezTo>
                <a:cubicBezTo>
                  <a:pt x="8054" y="0"/>
                  <a:pt x="10378" y="2322"/>
                  <a:pt x="10378" y="5188"/>
                </a:cubicBezTo>
                <a:cubicBezTo>
                  <a:pt x="10378" y="8054"/>
                  <a:pt x="8054" y="10377"/>
                  <a:pt x="5189" y="10377"/>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矩形 35">
            <a:extLst>
              <a:ext uri="{FF2B5EF4-FFF2-40B4-BE49-F238E27FC236}">
                <a16:creationId xmlns:a16="http://schemas.microsoft.com/office/drawing/2014/main" id="{0B008FF8-EA2E-6D4D-8460-9C9A4E048841}"/>
              </a:ext>
            </a:extLst>
          </p:cNvPr>
          <p:cNvSpPr/>
          <p:nvPr/>
        </p:nvSpPr>
        <p:spPr>
          <a:xfrm>
            <a:off x="5823611" y="4445881"/>
            <a:ext cx="796282"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Calisto MT" panose="02040603050505030304" pitchFamily="18" charset="0"/>
              </a:rPr>
              <a:t>今天</a:t>
            </a:r>
          </a:p>
        </p:txBody>
      </p:sp>
      <p:sp>
        <p:nvSpPr>
          <p:cNvPr id="37" name="矩形 36">
            <a:extLst>
              <a:ext uri="{FF2B5EF4-FFF2-40B4-BE49-F238E27FC236}">
                <a16:creationId xmlns:a16="http://schemas.microsoft.com/office/drawing/2014/main" id="{502523A3-69ED-E7B6-B3CA-0BC5B1AB1443}"/>
              </a:ext>
            </a:extLst>
          </p:cNvPr>
          <p:cNvSpPr/>
          <p:nvPr/>
        </p:nvSpPr>
        <p:spPr>
          <a:xfrm>
            <a:off x="6868001" y="4445881"/>
            <a:ext cx="1282861"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Calisto MT" panose="02040603050505030304" pitchFamily="18" charset="0"/>
              </a:rPr>
              <a:t>星期四</a:t>
            </a:r>
          </a:p>
        </p:txBody>
      </p:sp>
      <p:sp>
        <p:nvSpPr>
          <p:cNvPr id="41" name="矩形 40">
            <a:extLst>
              <a:ext uri="{FF2B5EF4-FFF2-40B4-BE49-F238E27FC236}">
                <a16:creationId xmlns:a16="http://schemas.microsoft.com/office/drawing/2014/main" id="{B802EAB5-5A0A-D515-2E68-F952C85028E0}"/>
              </a:ext>
            </a:extLst>
          </p:cNvPr>
          <p:cNvSpPr/>
          <p:nvPr/>
        </p:nvSpPr>
        <p:spPr>
          <a:xfrm>
            <a:off x="8421865" y="4445881"/>
            <a:ext cx="536814"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Calisto MT" panose="02040603050505030304" pitchFamily="18" charset="0"/>
              </a:rPr>
              <a:t>请</a:t>
            </a:r>
          </a:p>
        </p:txBody>
      </p:sp>
      <p:sp>
        <p:nvSpPr>
          <p:cNvPr id="42" name="矩形 41">
            <a:extLst>
              <a:ext uri="{FF2B5EF4-FFF2-40B4-BE49-F238E27FC236}">
                <a16:creationId xmlns:a16="http://schemas.microsoft.com/office/drawing/2014/main" id="{59AE6BBE-A77E-47D1-8074-554321B75EB7}"/>
              </a:ext>
            </a:extLst>
          </p:cNvPr>
          <p:cNvSpPr/>
          <p:nvPr/>
        </p:nvSpPr>
        <p:spPr>
          <a:xfrm>
            <a:off x="9204867" y="4445881"/>
            <a:ext cx="536814"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Calisto MT" panose="02040603050505030304" pitchFamily="18" charset="0"/>
              </a:rPr>
              <a:t>我</a:t>
            </a:r>
          </a:p>
        </p:txBody>
      </p:sp>
      <p:sp>
        <p:nvSpPr>
          <p:cNvPr id="43" name="矩形 42">
            <a:extLst>
              <a:ext uri="{FF2B5EF4-FFF2-40B4-BE49-F238E27FC236}">
                <a16:creationId xmlns:a16="http://schemas.microsoft.com/office/drawing/2014/main" id="{74AE49DB-1066-1CA1-9A24-A4D3178295AF}"/>
              </a:ext>
            </a:extLst>
          </p:cNvPr>
          <p:cNvSpPr/>
          <p:nvPr/>
        </p:nvSpPr>
        <p:spPr>
          <a:xfrm>
            <a:off x="9997074" y="4450438"/>
            <a:ext cx="536814"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Calisto MT" panose="02040603050505030304" pitchFamily="18" charset="0"/>
              </a:rPr>
              <a:t>吃</a:t>
            </a:r>
          </a:p>
        </p:txBody>
      </p:sp>
      <p:sp>
        <p:nvSpPr>
          <p:cNvPr id="44" name="矩形 43">
            <a:extLst>
              <a:ext uri="{FF2B5EF4-FFF2-40B4-BE49-F238E27FC236}">
                <a16:creationId xmlns:a16="http://schemas.microsoft.com/office/drawing/2014/main" id="{9723ADAD-C7F3-DC4C-0931-1B2639BAC3B0}"/>
              </a:ext>
            </a:extLst>
          </p:cNvPr>
          <p:cNvSpPr/>
          <p:nvPr/>
        </p:nvSpPr>
        <p:spPr>
          <a:xfrm>
            <a:off x="10804891" y="4445881"/>
            <a:ext cx="928118" cy="5166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Calisto MT" panose="02040603050505030304" pitchFamily="18" charset="0"/>
              </a:rPr>
              <a:t>KFC</a:t>
            </a:r>
            <a:endParaRPr lang="zh-CN" altLang="en-US" sz="2400" b="1" dirty="0">
              <a:solidFill>
                <a:schemeClr val="tx1"/>
              </a:solidFill>
              <a:latin typeface="Calisto MT" panose="02040603050505030304" pitchFamily="18" charset="0"/>
            </a:endParaRPr>
          </a:p>
        </p:txBody>
      </p:sp>
      <p:sp>
        <p:nvSpPr>
          <p:cNvPr id="45" name="任意多边形: 形状 44">
            <a:extLst>
              <a:ext uri="{FF2B5EF4-FFF2-40B4-BE49-F238E27FC236}">
                <a16:creationId xmlns:a16="http://schemas.microsoft.com/office/drawing/2014/main" id="{87E6835B-9079-DF50-FC2E-43145CE73329}"/>
              </a:ext>
            </a:extLst>
          </p:cNvPr>
          <p:cNvSpPr/>
          <p:nvPr/>
        </p:nvSpPr>
        <p:spPr>
          <a:xfrm>
            <a:off x="8838988" y="5144494"/>
            <a:ext cx="609685" cy="609685"/>
          </a:xfrm>
          <a:custGeom>
            <a:avLst/>
            <a:gdLst>
              <a:gd name="T0" fmla="*/ 6054 w 9270"/>
              <a:gd name="T1" fmla="*/ 3368 h 9270"/>
              <a:gd name="T2" fmla="*/ 6352 w 9270"/>
              <a:gd name="T3" fmla="*/ 3492 h 9270"/>
              <a:gd name="T4" fmla="*/ 6476 w 9270"/>
              <a:gd name="T5" fmla="*/ 3789 h 9270"/>
              <a:gd name="T6" fmla="*/ 6350 w 9270"/>
              <a:gd name="T7" fmla="*/ 4089 h 9270"/>
              <a:gd name="T8" fmla="*/ 4563 w 9270"/>
              <a:gd name="T9" fmla="*/ 5876 h 9270"/>
              <a:gd name="T10" fmla="*/ 4266 w 9270"/>
              <a:gd name="T11" fmla="*/ 5998 h 9270"/>
              <a:gd name="T12" fmla="*/ 3967 w 9270"/>
              <a:gd name="T13" fmla="*/ 5876 h 9270"/>
              <a:gd name="T14" fmla="*/ 3072 w 9270"/>
              <a:gd name="T15" fmla="*/ 4984 h 9270"/>
              <a:gd name="T16" fmla="*/ 2950 w 9270"/>
              <a:gd name="T17" fmla="*/ 4684 h 9270"/>
              <a:gd name="T18" fmla="*/ 3073 w 9270"/>
              <a:gd name="T19" fmla="*/ 4387 h 9270"/>
              <a:gd name="T20" fmla="*/ 3371 w 9270"/>
              <a:gd name="T21" fmla="*/ 4263 h 9270"/>
              <a:gd name="T22" fmla="*/ 3671 w 9270"/>
              <a:gd name="T23" fmla="*/ 4388 h 9270"/>
              <a:gd name="T24" fmla="*/ 4267 w 9270"/>
              <a:gd name="T25" fmla="*/ 4984 h 9270"/>
              <a:gd name="T26" fmla="*/ 5755 w 9270"/>
              <a:gd name="T27" fmla="*/ 3493 h 9270"/>
              <a:gd name="T28" fmla="*/ 6054 w 9270"/>
              <a:gd name="T29" fmla="*/ 3367 h 9270"/>
              <a:gd name="T30" fmla="*/ 6054 w 9270"/>
              <a:gd name="T31" fmla="*/ 3368 h 9270"/>
              <a:gd name="T32" fmla="*/ 4635 w 9270"/>
              <a:gd name="T33" fmla="*/ 843 h 9270"/>
              <a:gd name="T34" fmla="*/ 3162 w 9270"/>
              <a:gd name="T35" fmla="*/ 1145 h 9270"/>
              <a:gd name="T36" fmla="*/ 1953 w 9270"/>
              <a:gd name="T37" fmla="*/ 1952 h 9270"/>
              <a:gd name="T38" fmla="*/ 1144 w 9270"/>
              <a:gd name="T39" fmla="*/ 3162 h 9270"/>
              <a:gd name="T40" fmla="*/ 843 w 9270"/>
              <a:gd name="T41" fmla="*/ 4635 h 9270"/>
              <a:gd name="T42" fmla="*/ 1144 w 9270"/>
              <a:gd name="T43" fmla="*/ 6108 h 9270"/>
              <a:gd name="T44" fmla="*/ 1953 w 9270"/>
              <a:gd name="T45" fmla="*/ 7318 h 9270"/>
              <a:gd name="T46" fmla="*/ 3162 w 9270"/>
              <a:gd name="T47" fmla="*/ 8125 h 9270"/>
              <a:gd name="T48" fmla="*/ 4635 w 9270"/>
              <a:gd name="T49" fmla="*/ 8427 h 9270"/>
              <a:gd name="T50" fmla="*/ 6108 w 9270"/>
              <a:gd name="T51" fmla="*/ 8125 h 9270"/>
              <a:gd name="T52" fmla="*/ 7317 w 9270"/>
              <a:gd name="T53" fmla="*/ 7318 h 9270"/>
              <a:gd name="T54" fmla="*/ 8126 w 9270"/>
              <a:gd name="T55" fmla="*/ 6108 h 9270"/>
              <a:gd name="T56" fmla="*/ 8427 w 9270"/>
              <a:gd name="T57" fmla="*/ 4635 h 9270"/>
              <a:gd name="T58" fmla="*/ 8126 w 9270"/>
              <a:gd name="T59" fmla="*/ 3162 h 9270"/>
              <a:gd name="T60" fmla="*/ 7317 w 9270"/>
              <a:gd name="T61" fmla="*/ 1952 h 9270"/>
              <a:gd name="T62" fmla="*/ 6108 w 9270"/>
              <a:gd name="T63" fmla="*/ 1145 h 9270"/>
              <a:gd name="T64" fmla="*/ 4635 w 9270"/>
              <a:gd name="T65" fmla="*/ 843 h 9270"/>
              <a:gd name="T66" fmla="*/ 4635 w 9270"/>
              <a:gd name="T67" fmla="*/ 0 h 9270"/>
              <a:gd name="T68" fmla="*/ 6437 w 9270"/>
              <a:gd name="T69" fmla="*/ 367 h 9270"/>
              <a:gd name="T70" fmla="*/ 7915 w 9270"/>
              <a:gd name="T71" fmla="*/ 1355 h 9270"/>
              <a:gd name="T72" fmla="*/ 8903 w 9270"/>
              <a:gd name="T73" fmla="*/ 2833 h 9270"/>
              <a:gd name="T74" fmla="*/ 9270 w 9270"/>
              <a:gd name="T75" fmla="*/ 4635 h 9270"/>
              <a:gd name="T76" fmla="*/ 8903 w 9270"/>
              <a:gd name="T77" fmla="*/ 6437 h 9270"/>
              <a:gd name="T78" fmla="*/ 7915 w 9270"/>
              <a:gd name="T79" fmla="*/ 7914 h 9270"/>
              <a:gd name="T80" fmla="*/ 6437 w 9270"/>
              <a:gd name="T81" fmla="*/ 8902 h 9270"/>
              <a:gd name="T82" fmla="*/ 4635 w 9270"/>
              <a:gd name="T83" fmla="*/ 9270 h 9270"/>
              <a:gd name="T84" fmla="*/ 2833 w 9270"/>
              <a:gd name="T85" fmla="*/ 8902 h 9270"/>
              <a:gd name="T86" fmla="*/ 1355 w 9270"/>
              <a:gd name="T87" fmla="*/ 7914 h 9270"/>
              <a:gd name="T88" fmla="*/ 367 w 9270"/>
              <a:gd name="T89" fmla="*/ 6437 h 9270"/>
              <a:gd name="T90" fmla="*/ 0 w 9270"/>
              <a:gd name="T91" fmla="*/ 4635 h 9270"/>
              <a:gd name="T92" fmla="*/ 367 w 9270"/>
              <a:gd name="T93" fmla="*/ 2833 h 9270"/>
              <a:gd name="T94" fmla="*/ 1355 w 9270"/>
              <a:gd name="T95" fmla="*/ 1355 h 9270"/>
              <a:gd name="T96" fmla="*/ 2833 w 9270"/>
              <a:gd name="T97" fmla="*/ 367 h 9270"/>
              <a:gd name="T98" fmla="*/ 4635 w 9270"/>
              <a:gd name="T99" fmla="*/ 0 h 9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270" h="9270">
                <a:moveTo>
                  <a:pt x="6054" y="3368"/>
                </a:moveTo>
                <a:cubicBezTo>
                  <a:pt x="6170" y="3368"/>
                  <a:pt x="6269" y="3409"/>
                  <a:pt x="6352" y="3492"/>
                </a:cubicBezTo>
                <a:cubicBezTo>
                  <a:pt x="6434" y="3574"/>
                  <a:pt x="6476" y="3673"/>
                  <a:pt x="6476" y="3789"/>
                </a:cubicBezTo>
                <a:cubicBezTo>
                  <a:pt x="6476" y="3905"/>
                  <a:pt x="6434" y="4005"/>
                  <a:pt x="6350" y="4089"/>
                </a:cubicBezTo>
                <a:lnTo>
                  <a:pt x="4563" y="5876"/>
                </a:lnTo>
                <a:cubicBezTo>
                  <a:pt x="4482" y="5957"/>
                  <a:pt x="4383" y="5998"/>
                  <a:pt x="4266" y="5998"/>
                </a:cubicBezTo>
                <a:cubicBezTo>
                  <a:pt x="4148" y="5998"/>
                  <a:pt x="4048" y="5957"/>
                  <a:pt x="3967" y="5876"/>
                </a:cubicBezTo>
                <a:lnTo>
                  <a:pt x="3072" y="4984"/>
                </a:lnTo>
                <a:cubicBezTo>
                  <a:pt x="2991" y="4903"/>
                  <a:pt x="2950" y="4804"/>
                  <a:pt x="2950" y="4684"/>
                </a:cubicBezTo>
                <a:cubicBezTo>
                  <a:pt x="2950" y="4568"/>
                  <a:pt x="2991" y="4469"/>
                  <a:pt x="3073" y="4387"/>
                </a:cubicBezTo>
                <a:cubicBezTo>
                  <a:pt x="3156" y="4304"/>
                  <a:pt x="3255" y="4263"/>
                  <a:pt x="3371" y="4263"/>
                </a:cubicBezTo>
                <a:cubicBezTo>
                  <a:pt x="3488" y="4263"/>
                  <a:pt x="3588" y="4304"/>
                  <a:pt x="3671" y="4388"/>
                </a:cubicBezTo>
                <a:lnTo>
                  <a:pt x="4267" y="4984"/>
                </a:lnTo>
                <a:lnTo>
                  <a:pt x="5755" y="3493"/>
                </a:lnTo>
                <a:cubicBezTo>
                  <a:pt x="5838" y="3409"/>
                  <a:pt x="5938" y="3367"/>
                  <a:pt x="6054" y="3367"/>
                </a:cubicBezTo>
                <a:lnTo>
                  <a:pt x="6054" y="3368"/>
                </a:lnTo>
                <a:close/>
                <a:moveTo>
                  <a:pt x="4635" y="843"/>
                </a:moveTo>
                <a:cubicBezTo>
                  <a:pt x="4122" y="843"/>
                  <a:pt x="3630" y="944"/>
                  <a:pt x="3162" y="1145"/>
                </a:cubicBezTo>
                <a:cubicBezTo>
                  <a:pt x="2694" y="1344"/>
                  <a:pt x="2291" y="1615"/>
                  <a:pt x="1953" y="1952"/>
                </a:cubicBezTo>
                <a:cubicBezTo>
                  <a:pt x="1614" y="2291"/>
                  <a:pt x="1345" y="2693"/>
                  <a:pt x="1144" y="3162"/>
                </a:cubicBezTo>
                <a:cubicBezTo>
                  <a:pt x="944" y="3629"/>
                  <a:pt x="844" y="4121"/>
                  <a:pt x="843" y="4635"/>
                </a:cubicBezTo>
                <a:cubicBezTo>
                  <a:pt x="843" y="5147"/>
                  <a:pt x="943" y="5639"/>
                  <a:pt x="1144" y="6108"/>
                </a:cubicBezTo>
                <a:cubicBezTo>
                  <a:pt x="1345" y="6577"/>
                  <a:pt x="1615" y="6979"/>
                  <a:pt x="1953" y="7318"/>
                </a:cubicBezTo>
                <a:cubicBezTo>
                  <a:pt x="2290" y="7655"/>
                  <a:pt x="2693" y="7924"/>
                  <a:pt x="3162" y="8125"/>
                </a:cubicBezTo>
                <a:cubicBezTo>
                  <a:pt x="3631" y="8326"/>
                  <a:pt x="4122" y="8427"/>
                  <a:pt x="4635" y="8427"/>
                </a:cubicBezTo>
                <a:cubicBezTo>
                  <a:pt x="5148" y="8427"/>
                  <a:pt x="5639" y="8326"/>
                  <a:pt x="6108" y="8125"/>
                </a:cubicBezTo>
                <a:cubicBezTo>
                  <a:pt x="6577" y="7924"/>
                  <a:pt x="6980" y="7655"/>
                  <a:pt x="7317" y="7318"/>
                </a:cubicBezTo>
                <a:cubicBezTo>
                  <a:pt x="7655" y="6979"/>
                  <a:pt x="7925" y="6577"/>
                  <a:pt x="8126" y="6108"/>
                </a:cubicBezTo>
                <a:cubicBezTo>
                  <a:pt x="8327" y="5639"/>
                  <a:pt x="8427" y="5147"/>
                  <a:pt x="8427" y="4635"/>
                </a:cubicBezTo>
                <a:cubicBezTo>
                  <a:pt x="8427" y="4121"/>
                  <a:pt x="8326" y="3630"/>
                  <a:pt x="8126" y="3162"/>
                </a:cubicBezTo>
                <a:cubicBezTo>
                  <a:pt x="7925" y="2693"/>
                  <a:pt x="7656" y="2291"/>
                  <a:pt x="7317" y="1952"/>
                </a:cubicBezTo>
                <a:cubicBezTo>
                  <a:pt x="6980" y="1615"/>
                  <a:pt x="6576" y="1344"/>
                  <a:pt x="6108" y="1145"/>
                </a:cubicBezTo>
                <a:cubicBezTo>
                  <a:pt x="5640" y="944"/>
                  <a:pt x="5148" y="843"/>
                  <a:pt x="4635" y="843"/>
                </a:cubicBezTo>
                <a:close/>
                <a:moveTo>
                  <a:pt x="4635" y="0"/>
                </a:moveTo>
                <a:cubicBezTo>
                  <a:pt x="5265" y="0"/>
                  <a:pt x="5866" y="123"/>
                  <a:pt x="6437" y="367"/>
                </a:cubicBezTo>
                <a:cubicBezTo>
                  <a:pt x="7009" y="612"/>
                  <a:pt x="7502" y="941"/>
                  <a:pt x="7915" y="1355"/>
                </a:cubicBezTo>
                <a:cubicBezTo>
                  <a:pt x="8329" y="1768"/>
                  <a:pt x="8658" y="2261"/>
                  <a:pt x="8903" y="2833"/>
                </a:cubicBezTo>
                <a:cubicBezTo>
                  <a:pt x="9147" y="3404"/>
                  <a:pt x="9270" y="4005"/>
                  <a:pt x="9270" y="4635"/>
                </a:cubicBezTo>
                <a:cubicBezTo>
                  <a:pt x="9270" y="5265"/>
                  <a:pt x="9147" y="5865"/>
                  <a:pt x="8903" y="6437"/>
                </a:cubicBezTo>
                <a:cubicBezTo>
                  <a:pt x="8658" y="7008"/>
                  <a:pt x="8329" y="7501"/>
                  <a:pt x="7915" y="7914"/>
                </a:cubicBezTo>
                <a:cubicBezTo>
                  <a:pt x="7501" y="8329"/>
                  <a:pt x="7009" y="8658"/>
                  <a:pt x="6437" y="8902"/>
                </a:cubicBezTo>
                <a:cubicBezTo>
                  <a:pt x="5866" y="9146"/>
                  <a:pt x="5265" y="9270"/>
                  <a:pt x="4635" y="9270"/>
                </a:cubicBezTo>
                <a:cubicBezTo>
                  <a:pt x="4005" y="9270"/>
                  <a:pt x="3404" y="9146"/>
                  <a:pt x="2833" y="8902"/>
                </a:cubicBezTo>
                <a:cubicBezTo>
                  <a:pt x="2261" y="8658"/>
                  <a:pt x="1768" y="8329"/>
                  <a:pt x="1355" y="7914"/>
                </a:cubicBezTo>
                <a:cubicBezTo>
                  <a:pt x="941" y="7501"/>
                  <a:pt x="612" y="7008"/>
                  <a:pt x="367" y="6437"/>
                </a:cubicBezTo>
                <a:cubicBezTo>
                  <a:pt x="123" y="5865"/>
                  <a:pt x="0" y="5265"/>
                  <a:pt x="0" y="4635"/>
                </a:cubicBezTo>
                <a:cubicBezTo>
                  <a:pt x="0" y="4005"/>
                  <a:pt x="123" y="3404"/>
                  <a:pt x="367" y="2833"/>
                </a:cubicBezTo>
                <a:cubicBezTo>
                  <a:pt x="612" y="2261"/>
                  <a:pt x="941" y="1768"/>
                  <a:pt x="1355" y="1355"/>
                </a:cubicBezTo>
                <a:cubicBezTo>
                  <a:pt x="1769" y="941"/>
                  <a:pt x="2261" y="612"/>
                  <a:pt x="2833" y="367"/>
                </a:cubicBezTo>
                <a:cubicBezTo>
                  <a:pt x="3404" y="123"/>
                  <a:pt x="4005" y="0"/>
                  <a:pt x="4635"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箭头: 燕尾形 46">
            <a:extLst>
              <a:ext uri="{FF2B5EF4-FFF2-40B4-BE49-F238E27FC236}">
                <a16:creationId xmlns:a16="http://schemas.microsoft.com/office/drawing/2014/main" id="{BB7EED4D-F8D1-5BDF-0395-65ECF168E9C5}"/>
              </a:ext>
            </a:extLst>
          </p:cNvPr>
          <p:cNvSpPr/>
          <p:nvPr/>
        </p:nvSpPr>
        <p:spPr>
          <a:xfrm rot="8172112">
            <a:off x="2584926" y="3607212"/>
            <a:ext cx="578734" cy="565185"/>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箭头: 燕尾形 47">
            <a:extLst>
              <a:ext uri="{FF2B5EF4-FFF2-40B4-BE49-F238E27FC236}">
                <a16:creationId xmlns:a16="http://schemas.microsoft.com/office/drawing/2014/main" id="{43A2FE86-B7E3-A660-2524-1A9D1944BC0F}"/>
              </a:ext>
            </a:extLst>
          </p:cNvPr>
          <p:cNvSpPr/>
          <p:nvPr/>
        </p:nvSpPr>
        <p:spPr>
          <a:xfrm rot="2446280">
            <a:off x="7734638" y="3630640"/>
            <a:ext cx="578734" cy="565185"/>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520ADC2C-D17D-DAB7-6A4B-C91F47CEBFDF}"/>
              </a:ext>
            </a:extLst>
          </p:cNvPr>
          <p:cNvSpPr txBox="1"/>
          <p:nvPr/>
        </p:nvSpPr>
        <p:spPr>
          <a:xfrm>
            <a:off x="8403816" y="3376606"/>
            <a:ext cx="2675732" cy="461665"/>
          </a:xfrm>
          <a:prstGeom prst="rect">
            <a:avLst/>
          </a:prstGeom>
          <a:noFill/>
        </p:spPr>
        <p:txBody>
          <a:bodyPr wrap="none" rtlCol="0">
            <a:spAutoFit/>
          </a:bodyPr>
          <a:lstStyle/>
          <a:p>
            <a:pPr algn="ctr"/>
            <a:r>
              <a:rPr lang="zh-CN" altLang="en-US" sz="2400" b="1" dirty="0">
                <a:latin typeface="Calisto MT" panose="02040603050505030304" pitchFamily="18" charset="0"/>
              </a:rPr>
              <a:t>分词库（</a:t>
            </a:r>
            <a:r>
              <a:rPr lang="en-US" altLang="zh-CN" sz="2400" b="1" dirty="0" err="1">
                <a:latin typeface="Calisto MT" panose="02040603050505030304" pitchFamily="18" charset="0"/>
              </a:rPr>
              <a:t>jieba</a:t>
            </a:r>
            <a:r>
              <a:rPr lang="zh-CN" altLang="en-US" sz="2400" b="1" dirty="0">
                <a:latin typeface="Calisto MT" panose="02040603050505030304" pitchFamily="18" charset="0"/>
              </a:rPr>
              <a:t>等）</a:t>
            </a:r>
          </a:p>
        </p:txBody>
      </p:sp>
      <p:sp>
        <p:nvSpPr>
          <p:cNvPr id="32" name="文本框 31">
            <a:extLst>
              <a:ext uri="{FF2B5EF4-FFF2-40B4-BE49-F238E27FC236}">
                <a16:creationId xmlns:a16="http://schemas.microsoft.com/office/drawing/2014/main" id="{EBFA547B-7990-4463-8F13-74175563DA5F}"/>
              </a:ext>
            </a:extLst>
          </p:cNvPr>
          <p:cNvSpPr txBox="1"/>
          <p:nvPr/>
        </p:nvSpPr>
        <p:spPr>
          <a:xfrm>
            <a:off x="143736" y="6118373"/>
            <a:ext cx="11901960" cy="646331"/>
          </a:xfrm>
          <a:prstGeom prst="rect">
            <a:avLst/>
          </a:prstGeom>
          <a:noFill/>
        </p:spPr>
        <p:txBody>
          <a:bodyPr wrap="square">
            <a:spAutoFit/>
          </a:bodyPr>
          <a:lstStyle/>
          <a:p>
            <a:pPr algn="ctr"/>
            <a:r>
              <a:rPr lang="zh-CN" altLang="en-US" b="0" i="0">
                <a:solidFill>
                  <a:srgbClr val="666666"/>
                </a:solidFill>
                <a:effectLst/>
                <a:latin typeface="Microsoft YaHei" panose="020B0503020204020204" pitchFamily="34" charset="-122"/>
                <a:ea typeface="Microsoft YaHei" panose="020B0503020204020204" pitchFamily="34" charset="-122"/>
              </a:rPr>
              <a:t>停用词表是一种列举出一些常见、无意义或对文本分析无用的词汇的列表，</a:t>
            </a:r>
            <a:r>
              <a:rPr lang="zh-CN" altLang="en-US" b="1" i="0">
                <a:solidFill>
                  <a:srgbClr val="666666"/>
                </a:solidFill>
                <a:effectLst/>
                <a:latin typeface="Microsoft YaHei" panose="020B0503020204020204" pitchFamily="34" charset="-122"/>
                <a:ea typeface="Microsoft YaHei" panose="020B0503020204020204" pitchFamily="34" charset="-122"/>
              </a:rPr>
              <a:t>降低噪音，提高文本分析的准确性和效率</a:t>
            </a:r>
            <a:r>
              <a:rPr lang="zh-CN" altLang="en-US" b="0" i="0">
                <a:solidFill>
                  <a:srgbClr val="191B1F"/>
                </a:solidFill>
                <a:effectLst/>
                <a:latin typeface="-apple-system"/>
              </a:rPr>
              <a:t>通常包括例如：</a:t>
            </a:r>
            <a:r>
              <a:rPr lang="en-US" altLang="zh-CN" b="0" i="0">
                <a:solidFill>
                  <a:srgbClr val="191B1F"/>
                </a:solidFill>
                <a:effectLst/>
                <a:latin typeface="-apple-system"/>
              </a:rPr>
              <a:t>"a", "an", "the", "is", "are", "and", "of"</a:t>
            </a:r>
            <a:r>
              <a:rPr lang="zh-CN" altLang="en-US" b="0" i="0">
                <a:solidFill>
                  <a:srgbClr val="191B1F"/>
                </a:solidFill>
                <a:effectLst/>
                <a:latin typeface="-apple-system"/>
              </a:rPr>
              <a:t>等常见词汇。</a:t>
            </a:r>
            <a:endParaRPr lang="zh-CN" altLang="en-US"/>
          </a:p>
        </p:txBody>
      </p:sp>
    </p:spTree>
    <p:extLst>
      <p:ext uri="{BB962C8B-B14F-4D97-AF65-F5344CB8AC3E}">
        <p14:creationId xmlns:p14="http://schemas.microsoft.com/office/powerpoint/2010/main" val="2097615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793E6A6-7317-CCE6-95CF-B0D82EBB977A}"/>
              </a:ext>
            </a:extLst>
          </p:cNvPr>
          <p:cNvGrpSpPr/>
          <p:nvPr/>
        </p:nvGrpSpPr>
        <p:grpSpPr>
          <a:xfrm>
            <a:off x="719544" y="1277194"/>
            <a:ext cx="10567716" cy="5095375"/>
            <a:chOff x="812142" y="1971675"/>
            <a:chExt cx="10567716" cy="5095375"/>
          </a:xfrm>
        </p:grpSpPr>
        <p:grpSp>
          <p:nvGrpSpPr>
            <p:cNvPr id="3" name="组合 2">
              <a:extLst>
                <a:ext uri="{FF2B5EF4-FFF2-40B4-BE49-F238E27FC236}">
                  <a16:creationId xmlns:a16="http://schemas.microsoft.com/office/drawing/2014/main" id="{1ABF2E22-DF3B-08C9-F920-F74DD23FF823}"/>
                </a:ext>
              </a:extLst>
            </p:cNvPr>
            <p:cNvGrpSpPr/>
            <p:nvPr/>
          </p:nvGrpSpPr>
          <p:grpSpPr>
            <a:xfrm>
              <a:off x="812142" y="1971675"/>
              <a:ext cx="2741726" cy="4926836"/>
              <a:chOff x="812142" y="1971675"/>
              <a:chExt cx="2741726" cy="4926836"/>
            </a:xfrm>
          </p:grpSpPr>
          <p:sp>
            <p:nvSpPr>
              <p:cNvPr id="15" name="矩形: 圆角 14">
                <a:extLst>
                  <a:ext uri="{FF2B5EF4-FFF2-40B4-BE49-F238E27FC236}">
                    <a16:creationId xmlns:a16="http://schemas.microsoft.com/office/drawing/2014/main" id="{8E663AAC-A1C1-7FB3-18D1-6501770CCFC0}"/>
                  </a:ext>
                </a:extLst>
              </p:cNvPr>
              <p:cNvSpPr/>
              <p:nvPr/>
            </p:nvSpPr>
            <p:spPr>
              <a:xfrm>
                <a:off x="812142" y="1971675"/>
                <a:ext cx="2741726" cy="4926836"/>
              </a:xfrm>
              <a:prstGeom prst="roundRect">
                <a:avLst>
                  <a:gd name="adj" fmla="val 2374"/>
                </a:avLst>
              </a:prstGeom>
              <a:solidFill>
                <a:srgbClr val="FEFCFC"/>
              </a:solidFill>
              <a:ln>
                <a:solidFill>
                  <a:srgbClr val="BB1C22">
                    <a:alpha val="20000"/>
                  </a:srgbClr>
                </a:solidFill>
              </a:ln>
              <a:effectLst>
                <a:outerShdw blurRad="254000" dist="127000" dir="5400000" algn="ctr"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FFFFFF"/>
                  </a:solidFill>
                  <a:effectLst/>
                  <a:uLnTx/>
                  <a:uFillTx/>
                  <a:latin typeface="Arial"/>
                  <a:ea typeface="Microsoft YaHei Light"/>
                  <a:cs typeface="+mn-cs"/>
                  <a:sym typeface="+mn-lt"/>
                </a:endParaRPr>
              </a:p>
            </p:txBody>
          </p:sp>
          <p:sp>
            <p:nvSpPr>
              <p:cNvPr id="16" name="文本框 15">
                <a:extLst>
                  <a:ext uri="{FF2B5EF4-FFF2-40B4-BE49-F238E27FC236}">
                    <a16:creationId xmlns:a16="http://schemas.microsoft.com/office/drawing/2014/main" id="{FC94D986-F4DD-A7DA-8302-1B91307315BD}"/>
                  </a:ext>
                </a:extLst>
              </p:cNvPr>
              <p:cNvSpPr txBox="1"/>
              <p:nvPr/>
            </p:nvSpPr>
            <p:spPr>
              <a:xfrm>
                <a:off x="1233789" y="3160659"/>
                <a:ext cx="1898433" cy="3588098"/>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lang="en-US" altLang="zh-CN" sz="1600" b="1" dirty="0" err="1"/>
                  <a:t>Jieba</a:t>
                </a:r>
                <a:r>
                  <a:rPr lang="zh-CN" altLang="en-US" sz="1600" dirty="0"/>
                  <a:t> 分词的核心思想是最大概率分词，使用词典进行全切分。</a:t>
                </a:r>
                <a:endParaRPr lang="en-US" altLang="zh-CN" sz="1600" dirty="0"/>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优点</a:t>
                </a:r>
                <a:r>
                  <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：速度快，适合大规模的常规文本分词。</a:t>
                </a: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缺点</a:t>
                </a:r>
                <a:r>
                  <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：对未登录词（词典中没有的词）处理较差。</a:t>
                </a:r>
              </a:p>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endParaRPr>
              </a:p>
            </p:txBody>
          </p:sp>
          <p:sp>
            <p:nvSpPr>
              <p:cNvPr id="17" name="矩形: 圆角 16">
                <a:extLst>
                  <a:ext uri="{FF2B5EF4-FFF2-40B4-BE49-F238E27FC236}">
                    <a16:creationId xmlns:a16="http://schemas.microsoft.com/office/drawing/2014/main" id="{B3BD6799-E3CF-04E3-3EEB-1E616F4B149E}"/>
                  </a:ext>
                </a:extLst>
              </p:cNvPr>
              <p:cNvSpPr/>
              <p:nvPr/>
            </p:nvSpPr>
            <p:spPr>
              <a:xfrm>
                <a:off x="1070724" y="2328474"/>
                <a:ext cx="2224562" cy="519351"/>
              </a:xfrm>
              <a:prstGeom prst="roundRect">
                <a:avLst>
                  <a:gd name="adj" fmla="val 50000"/>
                </a:avLst>
              </a:prstGeom>
              <a:gradFill>
                <a:gsLst>
                  <a:gs pos="0">
                    <a:schemeClr val="accent1">
                      <a:lumMod val="60000"/>
                      <a:lumOff val="40000"/>
                    </a:schemeClr>
                  </a:gs>
                  <a:gs pos="60000">
                    <a:srgbClr val="91406E"/>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Arial"/>
                  <a:ea typeface="Microsoft YaHei Light"/>
                  <a:cs typeface="+mn-cs"/>
                  <a:sym typeface="+mn-lt"/>
                </a:endParaRPr>
              </a:p>
            </p:txBody>
          </p:sp>
          <p:sp>
            <p:nvSpPr>
              <p:cNvPr id="18" name="文本框 17">
                <a:extLst>
                  <a:ext uri="{FF2B5EF4-FFF2-40B4-BE49-F238E27FC236}">
                    <a16:creationId xmlns:a16="http://schemas.microsoft.com/office/drawing/2014/main" id="{4D219D8C-C8A4-2A24-73A3-FDD5D0C69526}"/>
                  </a:ext>
                </a:extLst>
              </p:cNvPr>
              <p:cNvSpPr txBox="1"/>
              <p:nvPr/>
            </p:nvSpPr>
            <p:spPr>
              <a:xfrm>
                <a:off x="1464865" y="2366563"/>
                <a:ext cx="1436291" cy="430887"/>
              </a:xfrm>
              <a:prstGeom prst="rect">
                <a:avLst/>
              </a:prstGeom>
              <a:noFill/>
            </p:spPr>
            <p:txBody>
              <a:bodyPr wrap="non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prstClr val="white">
                        <a:alpha val="95000"/>
                      </a:prstClr>
                    </a:solidFill>
                    <a:latin typeface="等线 Light" panose="02010600030101010101" pitchFamily="2" charset="-122"/>
                    <a:ea typeface="等线 Light" panose="02010600030101010101" pitchFamily="2" charset="-122"/>
                    <a:cs typeface="+mn-ea"/>
                    <a:sym typeface="+mn-lt"/>
                  </a:rPr>
                  <a:t>基于词典</a:t>
                </a:r>
                <a:endParaRPr kumimoji="0" lang="zh-CN" altLang="en-US" sz="2800" b="0" i="0" u="none" strike="noStrike" kern="1200" cap="none" spc="0" normalizeH="0" baseline="0" noProof="0" dirty="0">
                  <a:ln>
                    <a:noFill/>
                  </a:ln>
                  <a:solidFill>
                    <a:prstClr val="white">
                      <a:alpha val="95000"/>
                    </a:prstClr>
                  </a:solidFill>
                  <a:effectLst/>
                  <a:uLnTx/>
                  <a:uFillTx/>
                  <a:latin typeface="等线 Light" panose="02010600030101010101" pitchFamily="2" charset="-122"/>
                  <a:ea typeface="等线 Light" panose="02010600030101010101" pitchFamily="2" charset="-122"/>
                  <a:cs typeface="+mn-ea"/>
                  <a:sym typeface="+mn-lt"/>
                </a:endParaRPr>
              </a:p>
            </p:txBody>
          </p:sp>
        </p:grpSp>
        <p:grpSp>
          <p:nvGrpSpPr>
            <p:cNvPr id="4" name="组合 3">
              <a:extLst>
                <a:ext uri="{FF2B5EF4-FFF2-40B4-BE49-F238E27FC236}">
                  <a16:creationId xmlns:a16="http://schemas.microsoft.com/office/drawing/2014/main" id="{D71E1533-5776-4CB0-0C76-84EBFA695F53}"/>
                </a:ext>
              </a:extLst>
            </p:cNvPr>
            <p:cNvGrpSpPr/>
            <p:nvPr/>
          </p:nvGrpSpPr>
          <p:grpSpPr>
            <a:xfrm>
              <a:off x="4331007" y="1971675"/>
              <a:ext cx="3383520" cy="5095375"/>
              <a:chOff x="4331007" y="1971675"/>
              <a:chExt cx="3383520" cy="5095375"/>
            </a:xfrm>
          </p:grpSpPr>
          <p:sp>
            <p:nvSpPr>
              <p:cNvPr id="11" name="矩形: 圆角 10">
                <a:extLst>
                  <a:ext uri="{FF2B5EF4-FFF2-40B4-BE49-F238E27FC236}">
                    <a16:creationId xmlns:a16="http://schemas.microsoft.com/office/drawing/2014/main" id="{8D7DD7AD-2DB3-1677-F4F0-5D25C6297A3A}"/>
                  </a:ext>
                </a:extLst>
              </p:cNvPr>
              <p:cNvSpPr/>
              <p:nvPr/>
            </p:nvSpPr>
            <p:spPr>
              <a:xfrm>
                <a:off x="4331007" y="1971675"/>
                <a:ext cx="3383520" cy="4926836"/>
              </a:xfrm>
              <a:prstGeom prst="roundRect">
                <a:avLst>
                  <a:gd name="adj" fmla="val 2374"/>
                </a:avLst>
              </a:prstGeom>
              <a:solidFill>
                <a:srgbClr val="FEFCFC"/>
              </a:solidFill>
              <a:ln>
                <a:solidFill>
                  <a:srgbClr val="BB1C22">
                    <a:alpha val="20000"/>
                  </a:srgbClr>
                </a:solidFill>
              </a:ln>
              <a:effectLst>
                <a:outerShdw blurRad="254000" dist="127000" dir="5400000" algn="ctr"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Arial"/>
                  <a:ea typeface="Microsoft YaHei Light"/>
                  <a:cs typeface="+mn-cs"/>
                  <a:sym typeface="+mn-lt"/>
                </a:endParaRPr>
              </a:p>
            </p:txBody>
          </p:sp>
          <p:sp>
            <p:nvSpPr>
              <p:cNvPr id="12" name="文本框 11">
                <a:extLst>
                  <a:ext uri="{FF2B5EF4-FFF2-40B4-BE49-F238E27FC236}">
                    <a16:creationId xmlns:a16="http://schemas.microsoft.com/office/drawing/2014/main" id="{60D954D1-709D-6972-CE8D-795265CD5A95}"/>
                  </a:ext>
                </a:extLst>
              </p:cNvPr>
              <p:cNvSpPr txBox="1"/>
              <p:nvPr/>
            </p:nvSpPr>
            <p:spPr>
              <a:xfrm>
                <a:off x="5146784" y="3158864"/>
                <a:ext cx="1898433" cy="3908186"/>
              </a:xfrm>
              <a:prstGeom prst="rect">
                <a:avLst/>
              </a:prstGeom>
              <a:noFill/>
            </p:spPr>
            <p:txBody>
              <a:bodyPr wrap="square" rtlCol="0">
                <a:spAutoFit/>
              </a:bodyPr>
              <a:lstStyle>
                <a:defPPr>
                  <a:defRPr lang="zh-CN"/>
                </a:defPPr>
                <a:lvl1pPr marR="0" lvl="0" indent="0" algn="ctr" fontAlgn="auto">
                  <a:lnSpc>
                    <a:spcPct val="130000"/>
                  </a:lnSpc>
                  <a:spcBef>
                    <a:spcPts val="0"/>
                  </a:spcBef>
                  <a:spcAft>
                    <a:spcPts val="0"/>
                  </a:spcAft>
                  <a:buClrTx/>
                  <a:buSzTx/>
                  <a:buFontTx/>
                  <a:buNone/>
                  <a:defRPr kumimoji="0" sz="1600" b="0" i="0" u="none" strike="noStrike" cap="none" spc="0" normalizeH="0" baseline="0">
                    <a:ln>
                      <a:noFill/>
                    </a:ln>
                    <a:solidFill>
                      <a:prstClr val="black">
                        <a:lumMod val="75000"/>
                        <a:lumOff val="25000"/>
                      </a:prstClr>
                    </a:solidFill>
                    <a:effectLst/>
                    <a:uLnTx/>
                    <a:uFillTx/>
                    <a:latin typeface="+mn-ea"/>
                    <a:cs typeface="阿里巴巴普惠体 R" panose="00020600040101010101" pitchFamily="18" charset="-122"/>
                  </a:defRPr>
                </a:lvl1pPr>
              </a:lstStyle>
              <a:p>
                <a:pPr marL="0" marR="0" lvl="0" indent="0" algn="ctr" defTabSz="914400" rtl="0" eaLnBrk="1" fontAlgn="auto" latinLnBrk="0" hangingPunct="1">
                  <a:lnSpc>
                    <a:spcPct val="130000"/>
                  </a:lnSpc>
                  <a:spcBef>
                    <a:spcPts val="0"/>
                  </a:spcBef>
                  <a:spcAft>
                    <a:spcPts val="0"/>
                  </a:spcAft>
                  <a:buClrTx/>
                  <a:buSzTx/>
                  <a:buFontTx/>
                  <a:buNone/>
                  <a:tabLst/>
                  <a:defRPr/>
                </a:pPr>
                <a:r>
                  <a:rPr lang="en-US" altLang="zh-CN" b="1" dirty="0"/>
                  <a:t>BERT </a:t>
                </a:r>
                <a:r>
                  <a:rPr lang="zh-CN" altLang="en-US" b="1" dirty="0"/>
                  <a:t>的 </a:t>
                </a:r>
                <a:r>
                  <a:rPr lang="en-US" altLang="zh-CN" b="1" dirty="0"/>
                  <a:t>tokenizer</a:t>
                </a:r>
                <a:r>
                  <a:rPr lang="en-US" altLang="zh-CN" dirty="0"/>
                  <a:t> </a:t>
                </a:r>
                <a:r>
                  <a:rPr lang="zh-CN" altLang="en-US" dirty="0"/>
                  <a:t>使用的是基于子词的分词方法，通常采用</a:t>
                </a:r>
                <a:r>
                  <a:rPr lang="en-US" altLang="zh-CN" b="1" dirty="0"/>
                  <a:t>BPE</a:t>
                </a:r>
                <a:r>
                  <a:rPr lang="en-US" altLang="zh-CN" dirty="0"/>
                  <a:t> </a:t>
                </a:r>
                <a:r>
                  <a:rPr lang="zh-CN" altLang="en-US" dirty="0"/>
                  <a:t>或 </a:t>
                </a:r>
                <a:r>
                  <a:rPr lang="en-US" altLang="zh-CN" b="1" dirty="0" err="1"/>
                  <a:t>WordPiece</a:t>
                </a:r>
                <a:r>
                  <a:rPr lang="en-US" altLang="zh-CN" dirty="0"/>
                  <a:t> </a:t>
                </a:r>
                <a:r>
                  <a:rPr lang="zh-CN" altLang="en-US" dirty="0"/>
                  <a:t>算法。</a:t>
                </a:r>
                <a:endParaRPr lang="en-US" altLang="zh-CN" dirty="0"/>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优点</a:t>
                </a:r>
                <a:r>
                  <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：可一定程度解决未登录词。</a:t>
                </a: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缺点</a:t>
                </a:r>
                <a:r>
                  <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：可能会产生过多子词，导致生成的 </a:t>
                </a:r>
                <a:r>
                  <a:rPr kumimoji="0" lang="en-US" altLang="zh-CN"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token </a:t>
                </a:r>
                <a:r>
                  <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序列过长。</a:t>
                </a:r>
              </a:p>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endParaRPr>
              </a:p>
            </p:txBody>
          </p:sp>
          <p:sp>
            <p:nvSpPr>
              <p:cNvPr id="13" name="矩形: 圆角 12">
                <a:extLst>
                  <a:ext uri="{FF2B5EF4-FFF2-40B4-BE49-F238E27FC236}">
                    <a16:creationId xmlns:a16="http://schemas.microsoft.com/office/drawing/2014/main" id="{31F41C60-0004-E6AF-B360-C292BA283C24}"/>
                  </a:ext>
                </a:extLst>
              </p:cNvPr>
              <p:cNvSpPr/>
              <p:nvPr/>
            </p:nvSpPr>
            <p:spPr>
              <a:xfrm>
                <a:off x="4678384" y="2328474"/>
                <a:ext cx="2835232" cy="519351"/>
              </a:xfrm>
              <a:prstGeom prst="roundRect">
                <a:avLst>
                  <a:gd name="adj" fmla="val 50000"/>
                </a:avLst>
              </a:prstGeom>
              <a:gradFill>
                <a:gsLst>
                  <a:gs pos="0">
                    <a:schemeClr val="accent1">
                      <a:lumMod val="60000"/>
                      <a:lumOff val="40000"/>
                    </a:schemeClr>
                  </a:gs>
                  <a:gs pos="60000">
                    <a:srgbClr val="91406E"/>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en-US" sz="2000" b="1">
                  <a:solidFill>
                    <a:srgbClr val="FFFFFF"/>
                  </a:solidFill>
                  <a:latin typeface="Arial"/>
                  <a:ea typeface="Microsoft YaHei Light"/>
                  <a:sym typeface="+mn-lt"/>
                </a:endParaRPr>
              </a:p>
            </p:txBody>
          </p:sp>
          <p:sp>
            <p:nvSpPr>
              <p:cNvPr id="14" name="文本框 13">
                <a:extLst>
                  <a:ext uri="{FF2B5EF4-FFF2-40B4-BE49-F238E27FC236}">
                    <a16:creationId xmlns:a16="http://schemas.microsoft.com/office/drawing/2014/main" id="{F7AE2154-01E8-BCCF-14DE-E949573381F8}"/>
                  </a:ext>
                </a:extLst>
              </p:cNvPr>
              <p:cNvSpPr txBox="1"/>
              <p:nvPr/>
            </p:nvSpPr>
            <p:spPr>
              <a:xfrm>
                <a:off x="4839250" y="2366563"/>
                <a:ext cx="2513509"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white">
                        <a:alpha val="95000"/>
                      </a:prstClr>
                    </a:solidFill>
                    <a:effectLst/>
                    <a:uLnTx/>
                    <a:uFillTx/>
                    <a:latin typeface="等线 Light" panose="02010600030101010101" pitchFamily="2" charset="-122"/>
                    <a:ea typeface="等线 Light" panose="02010600030101010101" pitchFamily="2" charset="-122"/>
                    <a:cs typeface="+mn-ea"/>
                    <a:sym typeface="+mn-lt"/>
                  </a:rPr>
                  <a:t>基于字节对编码</a:t>
                </a:r>
              </a:p>
            </p:txBody>
          </p:sp>
        </p:grpSp>
        <p:grpSp>
          <p:nvGrpSpPr>
            <p:cNvPr id="5" name="组合 4">
              <a:extLst>
                <a:ext uri="{FF2B5EF4-FFF2-40B4-BE49-F238E27FC236}">
                  <a16:creationId xmlns:a16="http://schemas.microsoft.com/office/drawing/2014/main" id="{EB549791-D266-1167-2C1C-21C004EDE0ED}"/>
                </a:ext>
              </a:extLst>
            </p:cNvPr>
            <p:cNvGrpSpPr/>
            <p:nvPr/>
          </p:nvGrpSpPr>
          <p:grpSpPr>
            <a:xfrm>
              <a:off x="8638132" y="1971675"/>
              <a:ext cx="2741726" cy="5095375"/>
              <a:chOff x="8638132" y="1971675"/>
              <a:chExt cx="2741726" cy="5095375"/>
            </a:xfrm>
          </p:grpSpPr>
          <p:sp>
            <p:nvSpPr>
              <p:cNvPr id="7" name="矩形: 圆角 6">
                <a:extLst>
                  <a:ext uri="{FF2B5EF4-FFF2-40B4-BE49-F238E27FC236}">
                    <a16:creationId xmlns:a16="http://schemas.microsoft.com/office/drawing/2014/main" id="{3987C51F-36C8-70E3-8879-8AAD39D65DAE}"/>
                  </a:ext>
                </a:extLst>
              </p:cNvPr>
              <p:cNvSpPr/>
              <p:nvPr/>
            </p:nvSpPr>
            <p:spPr>
              <a:xfrm>
                <a:off x="8638132" y="1971675"/>
                <a:ext cx="2741726" cy="4926836"/>
              </a:xfrm>
              <a:prstGeom prst="roundRect">
                <a:avLst>
                  <a:gd name="adj" fmla="val 2374"/>
                </a:avLst>
              </a:prstGeom>
              <a:solidFill>
                <a:srgbClr val="FEFCFC"/>
              </a:solidFill>
              <a:ln>
                <a:solidFill>
                  <a:srgbClr val="BB1C22">
                    <a:alpha val="20000"/>
                  </a:srgbClr>
                </a:solidFill>
              </a:ln>
              <a:effectLst>
                <a:outerShdw blurRad="254000" dist="127000" dir="5400000" algn="ctr"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Arial"/>
                  <a:ea typeface="Microsoft YaHei Light"/>
                  <a:cs typeface="+mn-cs"/>
                  <a:sym typeface="+mn-lt"/>
                </a:endParaRPr>
              </a:p>
            </p:txBody>
          </p:sp>
          <p:sp>
            <p:nvSpPr>
              <p:cNvPr id="8" name="文本框 7">
                <a:extLst>
                  <a:ext uri="{FF2B5EF4-FFF2-40B4-BE49-F238E27FC236}">
                    <a16:creationId xmlns:a16="http://schemas.microsoft.com/office/drawing/2014/main" id="{F2B686EC-3A99-9885-860B-CDC09590B05A}"/>
                  </a:ext>
                </a:extLst>
              </p:cNvPr>
              <p:cNvSpPr txBox="1"/>
              <p:nvPr/>
            </p:nvSpPr>
            <p:spPr>
              <a:xfrm>
                <a:off x="9059779" y="3158864"/>
                <a:ext cx="1898433" cy="3908186"/>
              </a:xfrm>
              <a:prstGeom prst="rect">
                <a:avLst/>
              </a:prstGeom>
              <a:noFill/>
            </p:spPr>
            <p:txBody>
              <a:bodyPr wrap="square" rtlCol="0">
                <a:spAutoFit/>
              </a:bodyPr>
              <a:lstStyle>
                <a:defPPr>
                  <a:defRPr lang="zh-CN"/>
                </a:defPPr>
                <a:lvl1pPr marR="0" lvl="0" indent="0" algn="ctr" fontAlgn="auto">
                  <a:lnSpc>
                    <a:spcPct val="130000"/>
                  </a:lnSpc>
                  <a:spcBef>
                    <a:spcPts val="0"/>
                  </a:spcBef>
                  <a:spcAft>
                    <a:spcPts val="0"/>
                  </a:spcAft>
                  <a:buClrTx/>
                  <a:buSzTx/>
                  <a:buFontTx/>
                  <a:buNone/>
                  <a:defRPr kumimoji="0" sz="1600" b="0" i="0" u="none" strike="noStrike" cap="none" spc="0" normalizeH="0" baseline="0">
                    <a:ln>
                      <a:noFill/>
                    </a:ln>
                    <a:solidFill>
                      <a:prstClr val="black">
                        <a:lumMod val="75000"/>
                        <a:lumOff val="25000"/>
                      </a:prstClr>
                    </a:solidFill>
                    <a:effectLst/>
                    <a:uLnTx/>
                    <a:uFillTx/>
                    <a:latin typeface="+mn-ea"/>
                    <a:cs typeface="阿里巴巴普惠体 R" panose="00020600040101010101" pitchFamily="18" charset="-122"/>
                  </a:defRPr>
                </a:lvl1pPr>
              </a:lstStyle>
              <a:p>
                <a:pPr marL="0" marR="0" lvl="0" indent="0" algn="ctr" defTabSz="914400" rtl="0" eaLnBrk="1" fontAlgn="auto" latinLnBrk="0" hangingPunct="1">
                  <a:lnSpc>
                    <a:spcPct val="130000"/>
                  </a:lnSpc>
                  <a:spcBef>
                    <a:spcPts val="0"/>
                  </a:spcBef>
                  <a:spcAft>
                    <a:spcPts val="0"/>
                  </a:spcAft>
                  <a:buClrTx/>
                  <a:buSzTx/>
                  <a:buFontTx/>
                  <a:buNone/>
                  <a:tabLst/>
                  <a:defRPr/>
                </a:pPr>
                <a:r>
                  <a:rPr lang="zh-CN" altLang="en-US" dirty="0"/>
                  <a:t>每个字符当作一个 </a:t>
                </a:r>
                <a:r>
                  <a:rPr lang="en-US" altLang="zh-CN" dirty="0"/>
                  <a:t>token</a:t>
                </a:r>
                <a:r>
                  <a:rPr lang="zh-CN" altLang="en-US" dirty="0"/>
                  <a:t>，这在对于字符层面特征非常重要的任务（如拼写纠错、命名实体识别）较为常用。</a:t>
                </a:r>
                <a:endParaRPr lang="en-US" altLang="zh-CN" dirty="0"/>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优点</a:t>
                </a:r>
                <a:r>
                  <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：可解决未登录词。</a:t>
                </a: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缺点</a:t>
                </a:r>
                <a:r>
                  <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：生成</a:t>
                </a:r>
                <a:r>
                  <a:rPr kumimoji="0" lang="en-US" altLang="zh-CN"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token</a:t>
                </a:r>
                <a:r>
                  <a:rPr lang="zh-CN" altLang="en-US" dirty="0">
                    <a:solidFill>
                      <a:srgbClr val="222222"/>
                    </a:solidFill>
                    <a:latin typeface="等线" panose="02010600030101010101" pitchFamily="2" charset="-122"/>
                    <a:ea typeface="等线" panose="02010600030101010101" pitchFamily="2" charset="-122"/>
                    <a:cs typeface="+mn-ea"/>
                    <a:sym typeface="+mn-lt"/>
                  </a:rPr>
                  <a:t>过多，且</a:t>
                </a:r>
                <a:r>
                  <a:rPr lang="en-US" altLang="zh-CN" dirty="0">
                    <a:solidFill>
                      <a:srgbClr val="222222"/>
                    </a:solidFill>
                    <a:latin typeface="等线" panose="02010600030101010101" pitchFamily="2" charset="-122"/>
                    <a:ea typeface="等线" panose="02010600030101010101" pitchFamily="2" charset="-122"/>
                    <a:cs typeface="+mn-ea"/>
                    <a:sym typeface="+mn-lt"/>
                  </a:rPr>
                  <a:t>token</a:t>
                </a:r>
                <a:r>
                  <a:rPr lang="zh-CN" altLang="en-US" dirty="0">
                    <a:solidFill>
                      <a:srgbClr val="222222"/>
                    </a:solidFill>
                    <a:latin typeface="等线" panose="02010600030101010101" pitchFamily="2" charset="-122"/>
                    <a:ea typeface="等线" panose="02010600030101010101" pitchFamily="2" charset="-122"/>
                    <a:cs typeface="+mn-ea"/>
                    <a:sym typeface="+mn-lt"/>
                  </a:rPr>
                  <a:t>的语义性较差</a:t>
                </a:r>
                <a:r>
                  <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rPr>
                  <a:t>。</a:t>
                </a:r>
              </a:p>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222222"/>
                  </a:solidFill>
                  <a:effectLst/>
                  <a:uLnTx/>
                  <a:uFillTx/>
                  <a:latin typeface="等线" panose="02010600030101010101" pitchFamily="2" charset="-122"/>
                  <a:ea typeface="等线" panose="02010600030101010101" pitchFamily="2" charset="-122"/>
                  <a:cs typeface="+mn-ea"/>
                  <a:sym typeface="+mn-lt"/>
                </a:endParaRPr>
              </a:p>
            </p:txBody>
          </p:sp>
          <p:sp>
            <p:nvSpPr>
              <p:cNvPr id="9" name="矩形: 圆角 8">
                <a:extLst>
                  <a:ext uri="{FF2B5EF4-FFF2-40B4-BE49-F238E27FC236}">
                    <a16:creationId xmlns:a16="http://schemas.microsoft.com/office/drawing/2014/main" id="{B64FC37A-919C-FE10-426C-B40535B00BEB}"/>
                  </a:ext>
                </a:extLst>
              </p:cNvPr>
              <p:cNvSpPr/>
              <p:nvPr/>
            </p:nvSpPr>
            <p:spPr>
              <a:xfrm>
                <a:off x="8896714" y="2328474"/>
                <a:ext cx="2224562" cy="519351"/>
              </a:xfrm>
              <a:prstGeom prst="roundRect">
                <a:avLst>
                  <a:gd name="adj" fmla="val 50000"/>
                </a:avLst>
              </a:prstGeom>
              <a:gradFill>
                <a:gsLst>
                  <a:gs pos="0">
                    <a:schemeClr val="accent1">
                      <a:lumMod val="60000"/>
                      <a:lumOff val="40000"/>
                    </a:schemeClr>
                  </a:gs>
                  <a:gs pos="60000">
                    <a:srgbClr val="91406E"/>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en-US" sz="2000" b="1">
                  <a:solidFill>
                    <a:srgbClr val="FFFFFF"/>
                  </a:solidFill>
                  <a:latin typeface="Arial"/>
                  <a:ea typeface="Microsoft YaHei Light"/>
                  <a:sym typeface="+mn-lt"/>
                </a:endParaRPr>
              </a:p>
            </p:txBody>
          </p:sp>
          <p:sp>
            <p:nvSpPr>
              <p:cNvPr id="10" name="文本框 9">
                <a:extLst>
                  <a:ext uri="{FF2B5EF4-FFF2-40B4-BE49-F238E27FC236}">
                    <a16:creationId xmlns:a16="http://schemas.microsoft.com/office/drawing/2014/main" id="{256F49C6-7622-1E85-0339-A7173FF0DFC5}"/>
                  </a:ext>
                </a:extLst>
              </p:cNvPr>
              <p:cNvSpPr txBox="1"/>
              <p:nvPr/>
            </p:nvSpPr>
            <p:spPr>
              <a:xfrm>
                <a:off x="9290852" y="2366563"/>
                <a:ext cx="1436291" cy="430887"/>
              </a:xfrm>
              <a:prstGeom prst="rect">
                <a:avLst/>
              </a:prstGeom>
              <a:noFill/>
            </p:spPr>
            <p:txBody>
              <a:bodyPr wrap="non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white">
                        <a:alpha val="95000"/>
                      </a:prstClr>
                    </a:solidFill>
                    <a:effectLst/>
                    <a:uLnTx/>
                    <a:uFillTx/>
                    <a:latin typeface="等线 Light" panose="02010600030101010101" pitchFamily="2" charset="-122"/>
                    <a:ea typeface="等线 Light" panose="02010600030101010101" pitchFamily="2" charset="-122"/>
                    <a:cs typeface="+mn-ea"/>
                    <a:sym typeface="+mn-lt"/>
                  </a:rPr>
                  <a:t>基于字符</a:t>
                </a:r>
              </a:p>
            </p:txBody>
          </p:sp>
        </p:grpSp>
      </p:grpSp>
      <p:sp>
        <p:nvSpPr>
          <p:cNvPr id="22" name="文本框 21">
            <a:extLst>
              <a:ext uri="{FF2B5EF4-FFF2-40B4-BE49-F238E27FC236}">
                <a16:creationId xmlns:a16="http://schemas.microsoft.com/office/drawing/2014/main" id="{CA0418C3-0ECA-E738-8085-F8DAD4FDE98B}"/>
              </a:ext>
            </a:extLst>
          </p:cNvPr>
          <p:cNvSpPr txBox="1"/>
          <p:nvPr/>
        </p:nvSpPr>
        <p:spPr>
          <a:xfrm>
            <a:off x="5008944" y="93296"/>
            <a:ext cx="1105382" cy="584775"/>
          </a:xfrm>
          <a:prstGeom prst="rect">
            <a:avLst/>
          </a:prstGeom>
          <a:noFill/>
        </p:spPr>
        <p:txBody>
          <a:bodyPr wrap="square">
            <a:spAutoFit/>
          </a:bodyPr>
          <a:lstStyle/>
          <a:p>
            <a:pPr algn="l"/>
            <a:r>
              <a:rPr lang="zh-CN" altLang="en-US" sz="3200" b="1" dirty="0">
                <a:latin typeface="-apple-system"/>
              </a:rPr>
              <a:t>分词</a:t>
            </a:r>
            <a:endParaRPr lang="zh-CN" altLang="en-US" sz="3200" b="1" i="0" dirty="0">
              <a:effectLst/>
              <a:latin typeface="-apple-system"/>
            </a:endParaRPr>
          </a:p>
        </p:txBody>
      </p:sp>
      <p:sp>
        <p:nvSpPr>
          <p:cNvPr id="19" name="文本框 18">
            <a:extLst>
              <a:ext uri="{FF2B5EF4-FFF2-40B4-BE49-F238E27FC236}">
                <a16:creationId xmlns:a16="http://schemas.microsoft.com/office/drawing/2014/main" id="{D4645B21-B3AC-474B-B9BF-DB1B94CC886A}"/>
              </a:ext>
            </a:extLst>
          </p:cNvPr>
          <p:cNvSpPr txBox="1"/>
          <p:nvPr/>
        </p:nvSpPr>
        <p:spPr>
          <a:xfrm>
            <a:off x="547719" y="6329996"/>
            <a:ext cx="10317895" cy="461665"/>
          </a:xfrm>
          <a:prstGeom prst="rect">
            <a:avLst/>
          </a:prstGeom>
          <a:noFill/>
        </p:spPr>
        <p:txBody>
          <a:bodyPr wrap="square" rtlCol="0">
            <a:spAutoFit/>
          </a:bodyPr>
          <a:lstStyle/>
          <a:p>
            <a:pPr algn="ctr"/>
            <a:r>
              <a:rPr lang="zh-CN" altLang="en-US" sz="2400" b="1">
                <a:latin typeface="Calisto MT" panose="02040603050505030304" pitchFamily="18" charset="0"/>
              </a:rPr>
              <a:t>可以从</a:t>
            </a:r>
            <a:r>
              <a:rPr lang="en-US" altLang="zh-CN" sz="2400" b="1">
                <a:latin typeface="Calisto MT" panose="02040603050505030304" pitchFamily="18" charset="0"/>
              </a:rPr>
              <a:t>GitHub</a:t>
            </a:r>
            <a:r>
              <a:rPr lang="zh-CN" altLang="en-US" sz="2400" b="1">
                <a:latin typeface="Calisto MT" panose="02040603050505030304" pitchFamily="18" charset="0"/>
              </a:rPr>
              <a:t>上或者</a:t>
            </a:r>
            <a:r>
              <a:rPr lang="en-US" altLang="zh-CN" sz="2400" b="1">
                <a:latin typeface="Calisto MT" panose="02040603050505030304" pitchFamily="18" charset="0"/>
              </a:rPr>
              <a:t>huggingface</a:t>
            </a:r>
            <a:r>
              <a:rPr lang="zh-CN" altLang="en-US" sz="2400" b="1">
                <a:latin typeface="Calisto MT" panose="02040603050505030304" pitchFamily="18" charset="0"/>
              </a:rPr>
              <a:t>上下载到所需要的代码或预训练模型</a:t>
            </a:r>
            <a:endParaRPr lang="zh-CN" altLang="en-US" sz="2400" b="1" dirty="0">
              <a:latin typeface="Calisto MT" panose="02040603050505030304" pitchFamily="18" charset="0"/>
            </a:endParaRPr>
          </a:p>
        </p:txBody>
      </p:sp>
    </p:spTree>
    <p:extLst>
      <p:ext uri="{BB962C8B-B14F-4D97-AF65-F5344CB8AC3E}">
        <p14:creationId xmlns:p14="http://schemas.microsoft.com/office/powerpoint/2010/main" val="1240212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30179D3-B91D-C722-2243-4A600B52FE8A}"/>
              </a:ext>
            </a:extLst>
          </p:cNvPr>
          <p:cNvSpPr txBox="1"/>
          <p:nvPr/>
        </p:nvSpPr>
        <p:spPr>
          <a:xfrm>
            <a:off x="4722432" y="99392"/>
            <a:ext cx="2220912" cy="584775"/>
          </a:xfrm>
          <a:prstGeom prst="rect">
            <a:avLst/>
          </a:prstGeom>
          <a:noFill/>
        </p:spPr>
        <p:txBody>
          <a:bodyPr wrap="square">
            <a:spAutoFit/>
          </a:bodyPr>
          <a:lstStyle/>
          <a:p>
            <a:pPr algn="l"/>
            <a:r>
              <a:rPr lang="zh-CN" altLang="en-US" sz="3200" b="1">
                <a:latin typeface="-apple-system"/>
              </a:rPr>
              <a:t>向量</a:t>
            </a:r>
            <a:r>
              <a:rPr lang="zh-CN" altLang="en-US" sz="3200" b="1" i="0">
                <a:effectLst/>
                <a:latin typeface="-apple-system"/>
              </a:rPr>
              <a:t>编码</a:t>
            </a:r>
            <a:endParaRPr lang="zh-CN" altLang="en-US" sz="3200" b="1" i="0" dirty="0">
              <a:effectLst/>
              <a:latin typeface="-apple-system"/>
            </a:endParaRPr>
          </a:p>
        </p:txBody>
      </p:sp>
      <p:sp>
        <p:nvSpPr>
          <p:cNvPr id="23" name="文本框 22">
            <a:extLst>
              <a:ext uri="{FF2B5EF4-FFF2-40B4-BE49-F238E27FC236}">
                <a16:creationId xmlns:a16="http://schemas.microsoft.com/office/drawing/2014/main" id="{0484C647-578A-7993-2D6C-819ECDBDC346}"/>
              </a:ext>
            </a:extLst>
          </p:cNvPr>
          <p:cNvSpPr txBox="1"/>
          <p:nvPr/>
        </p:nvSpPr>
        <p:spPr>
          <a:xfrm rot="5400000">
            <a:off x="11249022" y="3225232"/>
            <a:ext cx="65" cy="123111"/>
          </a:xfrm>
          <a:prstGeom prst="rect">
            <a:avLst/>
          </a:prstGeom>
          <a:noFill/>
        </p:spPr>
        <p:txBody>
          <a:bodyPr wrap="none" lIns="0" tIns="0" rIns="0" bIns="0" rtlCol="0">
            <a:spAutoFit/>
          </a:bodyPr>
          <a:lstStyle/>
          <a:p>
            <a:endParaRPr lang="zh-CN" altLang="en-US" sz="800" dirty="0">
              <a:solidFill>
                <a:schemeClr val="bg1"/>
              </a:solidFill>
              <a:latin typeface="等线" panose="02010600030101010101" pitchFamily="2" charset="-122"/>
              <a:ea typeface="等线" panose="02010600030101010101" pitchFamily="2" charset="-122"/>
            </a:endParaRPr>
          </a:p>
        </p:txBody>
      </p:sp>
      <p:sp>
        <p:nvSpPr>
          <p:cNvPr id="7" name="矩形 6">
            <a:extLst>
              <a:ext uri="{FF2B5EF4-FFF2-40B4-BE49-F238E27FC236}">
                <a16:creationId xmlns:a16="http://schemas.microsoft.com/office/drawing/2014/main" id="{C1B9DA11-2F44-4E37-A65C-A2D9C4C27E22}"/>
              </a:ext>
            </a:extLst>
          </p:cNvPr>
          <p:cNvSpPr/>
          <p:nvPr/>
        </p:nvSpPr>
        <p:spPr>
          <a:xfrm>
            <a:off x="506186" y="1281793"/>
            <a:ext cx="10925082" cy="5233307"/>
          </a:xfrm>
          <a:prstGeom prst="rect">
            <a:avLst/>
          </a:prstGeom>
          <a:blipFill dpi="0" rotWithShape="1">
            <a:blip r:embed="rId3" cstate="email">
              <a:extLst>
                <a:ext uri="{28A0092B-C50C-407E-A947-70E740481C1C}">
                  <a14:useLocalDpi xmlns:a14="http://schemas.microsoft.com/office/drawing/2010/main"/>
                </a:ext>
              </a:extLst>
            </a:blip>
            <a:srcRect/>
            <a:stretch>
              <a:fillRect t="3"/>
            </a:stretch>
          </a:blipFill>
          <a:ln>
            <a:noFill/>
          </a:ln>
          <a:effectLst>
            <a:outerShdw blurRad="1905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
              <a:ea typeface="微软雅黑" panose="020B0503020204020204" pitchFamily="34" charset="-122"/>
              <a:sym typeface=""/>
            </a:endParaRPr>
          </a:p>
        </p:txBody>
      </p:sp>
      <p:sp>
        <p:nvSpPr>
          <p:cNvPr id="8" name="任意多边形: 形状 7">
            <a:extLst>
              <a:ext uri="{FF2B5EF4-FFF2-40B4-BE49-F238E27FC236}">
                <a16:creationId xmlns:a16="http://schemas.microsoft.com/office/drawing/2014/main" id="{413DE20D-3407-4689-9967-CCA1092F5C4E}"/>
              </a:ext>
            </a:extLst>
          </p:cNvPr>
          <p:cNvSpPr/>
          <p:nvPr/>
        </p:nvSpPr>
        <p:spPr>
          <a:xfrm>
            <a:off x="817008" y="1179167"/>
            <a:ext cx="362389" cy="787927"/>
          </a:xfrm>
          <a:custGeom>
            <a:avLst/>
            <a:gdLst>
              <a:gd name="connsiteX0" fmla="*/ 141038 w 353946"/>
              <a:gd name="connsiteY0" fmla="*/ 17 h 778953"/>
              <a:gd name="connsiteX1" fmla="*/ 171494 w 353946"/>
              <a:gd name="connsiteY1" fmla="*/ 3002 h 778953"/>
              <a:gd name="connsiteX2" fmla="*/ 303395 w 353946"/>
              <a:gd name="connsiteY2" fmla="*/ 140453 h 778953"/>
              <a:gd name="connsiteX3" fmla="*/ 351121 w 353946"/>
              <a:gd name="connsiteY3" fmla="*/ 327479 h 778953"/>
              <a:gd name="connsiteX4" fmla="*/ 311898 w 353946"/>
              <a:gd name="connsiteY4" fmla="*/ 327479 h 778953"/>
              <a:gd name="connsiteX5" fmla="*/ 266597 w 353946"/>
              <a:gd name="connsiteY5" fmla="*/ 149959 h 778953"/>
              <a:gd name="connsiteX6" fmla="*/ 121343 w 353946"/>
              <a:gd name="connsiteY6" fmla="*/ 47486 h 778953"/>
              <a:gd name="connsiteX7" fmla="*/ 43440 w 353946"/>
              <a:gd name="connsiteY7" fmla="*/ 207600 h 778953"/>
              <a:gd name="connsiteX8" fmla="*/ 160645 w 353946"/>
              <a:gd name="connsiteY8" fmla="*/ 662082 h 778953"/>
              <a:gd name="connsiteX9" fmla="*/ 258768 w 353946"/>
              <a:gd name="connsiteY9" fmla="*/ 731305 h 778953"/>
              <a:gd name="connsiteX10" fmla="*/ 311394 w 353946"/>
              <a:gd name="connsiteY10" fmla="*/ 623144 h 778953"/>
              <a:gd name="connsiteX11" fmla="*/ 210726 w 353946"/>
              <a:gd name="connsiteY11" fmla="*/ 230663 h 778953"/>
              <a:gd name="connsiteX12" fmla="*/ 161277 w 353946"/>
              <a:gd name="connsiteY12" fmla="*/ 195778 h 778953"/>
              <a:gd name="connsiteX13" fmla="*/ 135171 w 353946"/>
              <a:gd name="connsiteY13" fmla="*/ 249434 h 778953"/>
              <a:gd name="connsiteX14" fmla="*/ 223660 w 353946"/>
              <a:gd name="connsiteY14" fmla="*/ 594426 h 778953"/>
              <a:gd name="connsiteX15" fmla="*/ 210814 w 353946"/>
              <a:gd name="connsiteY15" fmla="*/ 620827 h 778953"/>
              <a:gd name="connsiteX16" fmla="*/ 186090 w 353946"/>
              <a:gd name="connsiteY16" fmla="*/ 603385 h 778953"/>
              <a:gd name="connsiteX17" fmla="*/ 97960 w 353946"/>
              <a:gd name="connsiteY17" fmla="*/ 259790 h 778953"/>
              <a:gd name="connsiteX18" fmla="*/ 150586 w 353946"/>
              <a:gd name="connsiteY18" fmla="*/ 151628 h 778953"/>
              <a:gd name="connsiteX19" fmla="*/ 247937 w 353946"/>
              <a:gd name="connsiteY19" fmla="*/ 220307 h 778953"/>
              <a:gd name="connsiteX20" fmla="*/ 348964 w 353946"/>
              <a:gd name="connsiteY20" fmla="*/ 614184 h 778953"/>
              <a:gd name="connsiteX21" fmla="*/ 270232 w 353946"/>
              <a:gd name="connsiteY21" fmla="*/ 776000 h 778953"/>
              <a:gd name="connsiteX22" fmla="*/ 123433 w 353946"/>
              <a:gd name="connsiteY22" fmla="*/ 672439 h 778953"/>
              <a:gd name="connsiteX23" fmla="*/ 6643 w 353946"/>
              <a:gd name="connsiteY23" fmla="*/ 217105 h 778953"/>
              <a:gd name="connsiteX24" fmla="*/ 110237 w 353946"/>
              <a:gd name="connsiteY24" fmla="*/ 4189 h 778953"/>
              <a:gd name="connsiteX25" fmla="*/ 141038 w 353946"/>
              <a:gd name="connsiteY25" fmla="*/ 17 h 778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53946" h="778953">
                <a:moveTo>
                  <a:pt x="141038" y="17"/>
                </a:moveTo>
                <a:cubicBezTo>
                  <a:pt x="151291" y="-150"/>
                  <a:pt x="161486" y="875"/>
                  <a:pt x="171494" y="3002"/>
                </a:cubicBezTo>
                <a:cubicBezTo>
                  <a:pt x="231544" y="15764"/>
                  <a:pt x="284855" y="68173"/>
                  <a:pt x="303395" y="140453"/>
                </a:cubicBezTo>
                <a:lnTo>
                  <a:pt x="351121" y="327479"/>
                </a:lnTo>
                <a:lnTo>
                  <a:pt x="311898" y="327479"/>
                </a:lnTo>
                <a:lnTo>
                  <a:pt x="266597" y="149959"/>
                </a:lnTo>
                <a:cubicBezTo>
                  <a:pt x="247553" y="78180"/>
                  <a:pt x="182653" y="32396"/>
                  <a:pt x="121343" y="47486"/>
                </a:cubicBezTo>
                <a:cubicBezTo>
                  <a:pt x="60391" y="63976"/>
                  <a:pt x="25583" y="135516"/>
                  <a:pt x="43440" y="207600"/>
                </a:cubicBezTo>
                <a:lnTo>
                  <a:pt x="160645" y="662082"/>
                </a:lnTo>
                <a:cubicBezTo>
                  <a:pt x="173183" y="710967"/>
                  <a:pt x="217222" y="742036"/>
                  <a:pt x="258768" y="731305"/>
                </a:cubicBezTo>
                <a:cubicBezTo>
                  <a:pt x="300314" y="720574"/>
                  <a:pt x="323933" y="672029"/>
                  <a:pt x="311394" y="623144"/>
                </a:cubicBezTo>
                <a:lnTo>
                  <a:pt x="210726" y="230663"/>
                </a:lnTo>
                <a:cubicBezTo>
                  <a:pt x="204277" y="205521"/>
                  <a:pt x="182643" y="190259"/>
                  <a:pt x="161277" y="195778"/>
                </a:cubicBezTo>
                <a:cubicBezTo>
                  <a:pt x="141097" y="200991"/>
                  <a:pt x="129081" y="225690"/>
                  <a:pt x="135171" y="249434"/>
                </a:cubicBezTo>
                <a:lnTo>
                  <a:pt x="223660" y="594426"/>
                </a:lnTo>
                <a:cubicBezTo>
                  <a:pt x="226526" y="605600"/>
                  <a:pt x="220724" y="617523"/>
                  <a:pt x="210814" y="620827"/>
                </a:cubicBezTo>
                <a:cubicBezTo>
                  <a:pt x="200131" y="623587"/>
                  <a:pt x="189313" y="615955"/>
                  <a:pt x="186090" y="603385"/>
                </a:cubicBezTo>
                <a:lnTo>
                  <a:pt x="97960" y="259790"/>
                </a:lnTo>
                <a:cubicBezTo>
                  <a:pt x="85421" y="210904"/>
                  <a:pt x="109041" y="162360"/>
                  <a:pt x="150586" y="151628"/>
                </a:cubicBezTo>
                <a:cubicBezTo>
                  <a:pt x="191716" y="141749"/>
                  <a:pt x="234984" y="172272"/>
                  <a:pt x="247937" y="220307"/>
                </a:cubicBezTo>
                <a:lnTo>
                  <a:pt x="348964" y="614184"/>
                </a:lnTo>
                <a:cubicBezTo>
                  <a:pt x="367593" y="686813"/>
                  <a:pt x="332371" y="759206"/>
                  <a:pt x="270232" y="776000"/>
                </a:cubicBezTo>
                <a:cubicBezTo>
                  <a:pt x="207735" y="791398"/>
                  <a:pt x="142062" y="745068"/>
                  <a:pt x="123433" y="672439"/>
                </a:cubicBezTo>
                <a:lnTo>
                  <a:pt x="6643" y="217105"/>
                </a:lnTo>
                <a:cubicBezTo>
                  <a:pt x="-18077" y="120731"/>
                  <a:pt x="28333" y="25344"/>
                  <a:pt x="110237" y="4189"/>
                </a:cubicBezTo>
                <a:cubicBezTo>
                  <a:pt x="120475" y="1544"/>
                  <a:pt x="130785" y="184"/>
                  <a:pt x="141038" y="17"/>
                </a:cubicBezTo>
                <a:close/>
              </a:path>
            </a:pathLst>
          </a:cu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
              <a:ea typeface="微软雅黑" panose="020B0503020204020204" pitchFamily="34" charset="-122"/>
              <a:sym typeface=""/>
            </a:endParaRPr>
          </a:p>
        </p:txBody>
      </p:sp>
      <p:sp>
        <p:nvSpPr>
          <p:cNvPr id="9" name="任意多边形: 形状 8">
            <a:extLst>
              <a:ext uri="{FF2B5EF4-FFF2-40B4-BE49-F238E27FC236}">
                <a16:creationId xmlns:a16="http://schemas.microsoft.com/office/drawing/2014/main" id="{85F760AF-F1C4-4292-B379-CFEED34DBE22}"/>
              </a:ext>
            </a:extLst>
          </p:cNvPr>
          <p:cNvSpPr/>
          <p:nvPr/>
        </p:nvSpPr>
        <p:spPr>
          <a:xfrm>
            <a:off x="10888984" y="1141521"/>
            <a:ext cx="362389" cy="787927"/>
          </a:xfrm>
          <a:custGeom>
            <a:avLst/>
            <a:gdLst>
              <a:gd name="connsiteX0" fmla="*/ 141038 w 353946"/>
              <a:gd name="connsiteY0" fmla="*/ 17 h 778953"/>
              <a:gd name="connsiteX1" fmla="*/ 171494 w 353946"/>
              <a:gd name="connsiteY1" fmla="*/ 3002 h 778953"/>
              <a:gd name="connsiteX2" fmla="*/ 303395 w 353946"/>
              <a:gd name="connsiteY2" fmla="*/ 140453 h 778953"/>
              <a:gd name="connsiteX3" fmla="*/ 351121 w 353946"/>
              <a:gd name="connsiteY3" fmla="*/ 327479 h 778953"/>
              <a:gd name="connsiteX4" fmla="*/ 311898 w 353946"/>
              <a:gd name="connsiteY4" fmla="*/ 327479 h 778953"/>
              <a:gd name="connsiteX5" fmla="*/ 266597 w 353946"/>
              <a:gd name="connsiteY5" fmla="*/ 149959 h 778953"/>
              <a:gd name="connsiteX6" fmla="*/ 121343 w 353946"/>
              <a:gd name="connsiteY6" fmla="*/ 47486 h 778953"/>
              <a:gd name="connsiteX7" fmla="*/ 43440 w 353946"/>
              <a:gd name="connsiteY7" fmla="*/ 207600 h 778953"/>
              <a:gd name="connsiteX8" fmla="*/ 160645 w 353946"/>
              <a:gd name="connsiteY8" fmla="*/ 662082 h 778953"/>
              <a:gd name="connsiteX9" fmla="*/ 258768 w 353946"/>
              <a:gd name="connsiteY9" fmla="*/ 731305 h 778953"/>
              <a:gd name="connsiteX10" fmla="*/ 311394 w 353946"/>
              <a:gd name="connsiteY10" fmla="*/ 623144 h 778953"/>
              <a:gd name="connsiteX11" fmla="*/ 210726 w 353946"/>
              <a:gd name="connsiteY11" fmla="*/ 230663 h 778953"/>
              <a:gd name="connsiteX12" fmla="*/ 161277 w 353946"/>
              <a:gd name="connsiteY12" fmla="*/ 195778 h 778953"/>
              <a:gd name="connsiteX13" fmla="*/ 135171 w 353946"/>
              <a:gd name="connsiteY13" fmla="*/ 249434 h 778953"/>
              <a:gd name="connsiteX14" fmla="*/ 223660 w 353946"/>
              <a:gd name="connsiteY14" fmla="*/ 594426 h 778953"/>
              <a:gd name="connsiteX15" fmla="*/ 210814 w 353946"/>
              <a:gd name="connsiteY15" fmla="*/ 620827 h 778953"/>
              <a:gd name="connsiteX16" fmla="*/ 186090 w 353946"/>
              <a:gd name="connsiteY16" fmla="*/ 603385 h 778953"/>
              <a:gd name="connsiteX17" fmla="*/ 97960 w 353946"/>
              <a:gd name="connsiteY17" fmla="*/ 259790 h 778953"/>
              <a:gd name="connsiteX18" fmla="*/ 150586 w 353946"/>
              <a:gd name="connsiteY18" fmla="*/ 151628 h 778953"/>
              <a:gd name="connsiteX19" fmla="*/ 247937 w 353946"/>
              <a:gd name="connsiteY19" fmla="*/ 220307 h 778953"/>
              <a:gd name="connsiteX20" fmla="*/ 348964 w 353946"/>
              <a:gd name="connsiteY20" fmla="*/ 614184 h 778953"/>
              <a:gd name="connsiteX21" fmla="*/ 270232 w 353946"/>
              <a:gd name="connsiteY21" fmla="*/ 776000 h 778953"/>
              <a:gd name="connsiteX22" fmla="*/ 123433 w 353946"/>
              <a:gd name="connsiteY22" fmla="*/ 672439 h 778953"/>
              <a:gd name="connsiteX23" fmla="*/ 6643 w 353946"/>
              <a:gd name="connsiteY23" fmla="*/ 217105 h 778953"/>
              <a:gd name="connsiteX24" fmla="*/ 110237 w 353946"/>
              <a:gd name="connsiteY24" fmla="*/ 4189 h 778953"/>
              <a:gd name="connsiteX25" fmla="*/ 141038 w 353946"/>
              <a:gd name="connsiteY25" fmla="*/ 17 h 778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53946" h="778953">
                <a:moveTo>
                  <a:pt x="141038" y="17"/>
                </a:moveTo>
                <a:cubicBezTo>
                  <a:pt x="151291" y="-150"/>
                  <a:pt x="161486" y="875"/>
                  <a:pt x="171494" y="3002"/>
                </a:cubicBezTo>
                <a:cubicBezTo>
                  <a:pt x="231544" y="15764"/>
                  <a:pt x="284855" y="68173"/>
                  <a:pt x="303395" y="140453"/>
                </a:cubicBezTo>
                <a:lnTo>
                  <a:pt x="351121" y="327479"/>
                </a:lnTo>
                <a:lnTo>
                  <a:pt x="311898" y="327479"/>
                </a:lnTo>
                <a:lnTo>
                  <a:pt x="266597" y="149959"/>
                </a:lnTo>
                <a:cubicBezTo>
                  <a:pt x="247553" y="78180"/>
                  <a:pt x="182653" y="32396"/>
                  <a:pt x="121343" y="47486"/>
                </a:cubicBezTo>
                <a:cubicBezTo>
                  <a:pt x="60391" y="63976"/>
                  <a:pt x="25583" y="135516"/>
                  <a:pt x="43440" y="207600"/>
                </a:cubicBezTo>
                <a:lnTo>
                  <a:pt x="160645" y="662082"/>
                </a:lnTo>
                <a:cubicBezTo>
                  <a:pt x="173183" y="710967"/>
                  <a:pt x="217222" y="742036"/>
                  <a:pt x="258768" y="731305"/>
                </a:cubicBezTo>
                <a:cubicBezTo>
                  <a:pt x="300314" y="720574"/>
                  <a:pt x="323933" y="672029"/>
                  <a:pt x="311394" y="623144"/>
                </a:cubicBezTo>
                <a:lnTo>
                  <a:pt x="210726" y="230663"/>
                </a:lnTo>
                <a:cubicBezTo>
                  <a:pt x="204277" y="205521"/>
                  <a:pt x="182643" y="190259"/>
                  <a:pt x="161277" y="195778"/>
                </a:cubicBezTo>
                <a:cubicBezTo>
                  <a:pt x="141097" y="200991"/>
                  <a:pt x="129081" y="225690"/>
                  <a:pt x="135171" y="249434"/>
                </a:cubicBezTo>
                <a:lnTo>
                  <a:pt x="223660" y="594426"/>
                </a:lnTo>
                <a:cubicBezTo>
                  <a:pt x="226526" y="605600"/>
                  <a:pt x="220724" y="617523"/>
                  <a:pt x="210814" y="620827"/>
                </a:cubicBezTo>
                <a:cubicBezTo>
                  <a:pt x="200131" y="623587"/>
                  <a:pt x="189313" y="615955"/>
                  <a:pt x="186090" y="603385"/>
                </a:cubicBezTo>
                <a:lnTo>
                  <a:pt x="97960" y="259790"/>
                </a:lnTo>
                <a:cubicBezTo>
                  <a:pt x="85421" y="210904"/>
                  <a:pt x="109041" y="162360"/>
                  <a:pt x="150586" y="151628"/>
                </a:cubicBezTo>
                <a:cubicBezTo>
                  <a:pt x="191716" y="141749"/>
                  <a:pt x="234984" y="172272"/>
                  <a:pt x="247937" y="220307"/>
                </a:cubicBezTo>
                <a:lnTo>
                  <a:pt x="348964" y="614184"/>
                </a:lnTo>
                <a:cubicBezTo>
                  <a:pt x="367593" y="686813"/>
                  <a:pt x="332371" y="759206"/>
                  <a:pt x="270232" y="776000"/>
                </a:cubicBezTo>
                <a:cubicBezTo>
                  <a:pt x="207735" y="791398"/>
                  <a:pt x="142062" y="745068"/>
                  <a:pt x="123433" y="672439"/>
                </a:cubicBezTo>
                <a:lnTo>
                  <a:pt x="6643" y="217105"/>
                </a:lnTo>
                <a:cubicBezTo>
                  <a:pt x="-18077" y="120731"/>
                  <a:pt x="28333" y="25344"/>
                  <a:pt x="110237" y="4189"/>
                </a:cubicBezTo>
                <a:cubicBezTo>
                  <a:pt x="120475" y="1544"/>
                  <a:pt x="130785" y="184"/>
                  <a:pt x="141038" y="17"/>
                </a:cubicBezTo>
                <a:close/>
              </a:path>
            </a:pathLst>
          </a:cu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
              <a:ea typeface="微软雅黑" panose="020B0503020204020204" pitchFamily="34" charset="-122"/>
              <a:sym typeface=""/>
            </a:endParaRPr>
          </a:p>
        </p:txBody>
      </p:sp>
      <p:sp>
        <p:nvSpPr>
          <p:cNvPr id="12" name="矩形 11">
            <a:extLst>
              <a:ext uri="{FF2B5EF4-FFF2-40B4-BE49-F238E27FC236}">
                <a16:creationId xmlns:a16="http://schemas.microsoft.com/office/drawing/2014/main" id="{3253A336-7CE0-46EA-8294-9845855A6CE7}"/>
              </a:ext>
            </a:extLst>
          </p:cNvPr>
          <p:cNvSpPr/>
          <p:nvPr/>
        </p:nvSpPr>
        <p:spPr>
          <a:xfrm>
            <a:off x="1139894" y="1351508"/>
            <a:ext cx="9912212" cy="4893647"/>
          </a:xfrm>
          <a:prstGeom prst="rect">
            <a:avLst/>
          </a:prstGeom>
        </p:spPr>
        <p:txBody>
          <a:bodyPr wrap="square">
            <a:spAutoFit/>
          </a:bodyPr>
          <a:lstStyle/>
          <a:p>
            <a:pPr algn="ctr"/>
            <a:r>
              <a:rPr lang="zh-CN" altLang="en-US" sz="2400" spc="100">
                <a:latin typeface=""/>
                <a:ea typeface="微软雅黑" panose="020B0503020204020204" pitchFamily="34" charset="-122"/>
                <a:sym typeface=""/>
              </a:rPr>
              <a:t>计算机无法直接处理文本，因此需要将文本转换为数值表示</a:t>
            </a:r>
            <a:endParaRPr lang="en-US" altLang="zh-CN" sz="2400" spc="100">
              <a:latin typeface=""/>
              <a:ea typeface="微软雅黑" panose="020B0503020204020204" pitchFamily="34" charset="-122"/>
              <a:sym typeface=""/>
            </a:endParaRPr>
          </a:p>
          <a:p>
            <a:pPr algn="ctr"/>
            <a:endParaRPr lang="en-US" altLang="zh-CN" sz="2400" spc="100">
              <a:latin typeface=""/>
              <a:ea typeface="微软雅黑" panose="020B0503020204020204" pitchFamily="34" charset="-122"/>
              <a:sym typeface=""/>
            </a:endParaRPr>
          </a:p>
          <a:p>
            <a:pPr algn="ctr"/>
            <a:endParaRPr lang="en-US" altLang="zh-CN" sz="2400" spc="100">
              <a:latin typeface=""/>
              <a:ea typeface="微软雅黑" panose="020B0503020204020204" pitchFamily="34" charset="-122"/>
              <a:sym typeface=""/>
            </a:endParaRPr>
          </a:p>
          <a:p>
            <a:pPr>
              <a:buFont typeface="Arial" panose="020B0604020202020204" pitchFamily="34" charset="0"/>
              <a:buChar char="•"/>
            </a:pPr>
            <a:r>
              <a:rPr lang="en-US" altLang="zh-CN" sz="2400" b="1"/>
              <a:t>Bag of Words (BOW)</a:t>
            </a:r>
            <a:r>
              <a:rPr lang="zh-CN" altLang="en-US" sz="2400" b="1"/>
              <a:t>：</a:t>
            </a:r>
            <a:r>
              <a:rPr lang="zh-CN" altLang="en-US" sz="2400"/>
              <a:t> 通过词的出现次数表示文本，不考虑词序。</a:t>
            </a:r>
            <a:endParaRPr lang="en-US" altLang="zh-CN" sz="2400"/>
          </a:p>
          <a:p>
            <a:pPr>
              <a:buFont typeface="Arial" panose="020B0604020202020204" pitchFamily="34" charset="0"/>
              <a:buChar char="•"/>
            </a:pPr>
            <a:endParaRPr lang="zh-CN" altLang="en-US" sz="2400"/>
          </a:p>
          <a:p>
            <a:pPr>
              <a:buFont typeface="Arial" panose="020B0604020202020204" pitchFamily="34" charset="0"/>
              <a:buChar char="•"/>
            </a:pPr>
            <a:r>
              <a:rPr lang="en-US" altLang="zh-CN" sz="2400" b="1"/>
              <a:t>TF-IDF</a:t>
            </a:r>
            <a:r>
              <a:rPr lang="zh-CN" altLang="en-US" sz="2400" b="1"/>
              <a:t>：</a:t>
            </a:r>
            <a:r>
              <a:rPr lang="zh-CN" altLang="en-US" sz="2400"/>
              <a:t> 词频</a:t>
            </a:r>
            <a:r>
              <a:rPr lang="en-US" altLang="zh-CN" sz="2400"/>
              <a:t>-</a:t>
            </a:r>
            <a:r>
              <a:rPr lang="zh-CN" altLang="en-US" sz="2400"/>
              <a:t>逆文档频率，赋予常见词较低权重，稀有词较高权重。</a:t>
            </a:r>
            <a:endParaRPr lang="en-US" altLang="zh-CN" sz="2400"/>
          </a:p>
          <a:p>
            <a:pPr>
              <a:buFont typeface="Arial" panose="020B0604020202020204" pitchFamily="34" charset="0"/>
              <a:buChar char="•"/>
            </a:pPr>
            <a:endParaRPr lang="zh-CN" altLang="en-US" sz="2400"/>
          </a:p>
          <a:p>
            <a:pPr>
              <a:buFont typeface="Arial" panose="020B0604020202020204" pitchFamily="34" charset="0"/>
              <a:buChar char="•"/>
            </a:pPr>
            <a:r>
              <a:rPr lang="en-US" altLang="zh-CN" sz="2400" b="1"/>
              <a:t>Word Embeddings</a:t>
            </a:r>
            <a:r>
              <a:rPr lang="zh-CN" altLang="en-US" sz="2400" b="1"/>
              <a:t>（词向量）：</a:t>
            </a:r>
            <a:r>
              <a:rPr lang="zh-CN" altLang="en-US" sz="2400"/>
              <a:t> 使用预训练的模型（如</a:t>
            </a:r>
            <a:r>
              <a:rPr lang="en-US" altLang="zh-CN" sz="2400"/>
              <a:t>Word2Vec, GloVe</a:t>
            </a:r>
            <a:r>
              <a:rPr lang="zh-CN" altLang="en-US" sz="2400"/>
              <a:t>），将每个词表示为一个向量，捕捉词与词之间的语义关系。</a:t>
            </a:r>
            <a:endParaRPr lang="en-US" altLang="zh-CN" sz="2400"/>
          </a:p>
          <a:p>
            <a:pPr>
              <a:buFont typeface="Arial" panose="020B0604020202020204" pitchFamily="34" charset="0"/>
              <a:buChar char="•"/>
            </a:pPr>
            <a:endParaRPr lang="zh-CN" altLang="en-US" sz="2400"/>
          </a:p>
          <a:p>
            <a:pPr>
              <a:buFont typeface="Arial" panose="020B0604020202020204" pitchFamily="34" charset="0"/>
              <a:buChar char="•"/>
            </a:pPr>
            <a:r>
              <a:rPr lang="en-US" altLang="zh-CN" sz="2400" b="1"/>
              <a:t>Transformers (</a:t>
            </a:r>
            <a:r>
              <a:rPr lang="zh-CN" altLang="en-US" sz="2400" b="1"/>
              <a:t>如 </a:t>
            </a:r>
            <a:r>
              <a:rPr lang="en-US" altLang="zh-CN" sz="2400" b="1"/>
              <a:t>BERT)</a:t>
            </a:r>
            <a:r>
              <a:rPr lang="zh-CN" altLang="en-US" sz="2400" b="1"/>
              <a:t>：</a:t>
            </a:r>
            <a:r>
              <a:rPr lang="zh-CN" altLang="en-US" sz="2400"/>
              <a:t> 通过上下文动态表示词语，更好地理解词义。</a:t>
            </a:r>
            <a:endParaRPr lang="en-US" altLang="zh-CN" sz="2400"/>
          </a:p>
          <a:p>
            <a:pPr>
              <a:buFont typeface="Arial" panose="020B0604020202020204" pitchFamily="34" charset="0"/>
              <a:buChar char="•"/>
            </a:pPr>
            <a:endParaRPr lang="zh-CN" altLang="en-US" sz="2400"/>
          </a:p>
          <a:p>
            <a:pPr algn="ctr"/>
            <a:endParaRPr lang="zh-CN" altLang="en-US" sz="2400" spc="100" dirty="0">
              <a:latin typeface=""/>
              <a:ea typeface="微软雅黑" panose="020B0503020204020204" pitchFamily="34" charset="-122"/>
              <a:sym typeface=""/>
            </a:endParaRPr>
          </a:p>
        </p:txBody>
      </p:sp>
    </p:spTree>
    <p:extLst>
      <p:ext uri="{BB962C8B-B14F-4D97-AF65-F5344CB8AC3E}">
        <p14:creationId xmlns:p14="http://schemas.microsoft.com/office/powerpoint/2010/main" val="441522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id="{0484C647-578A-7993-2D6C-819ECDBDC346}"/>
              </a:ext>
            </a:extLst>
          </p:cNvPr>
          <p:cNvSpPr txBox="1"/>
          <p:nvPr/>
        </p:nvSpPr>
        <p:spPr>
          <a:xfrm rot="5400000">
            <a:off x="11249022" y="3225232"/>
            <a:ext cx="65" cy="123111"/>
          </a:xfrm>
          <a:prstGeom prst="rect">
            <a:avLst/>
          </a:prstGeom>
          <a:noFill/>
        </p:spPr>
        <p:txBody>
          <a:bodyPr wrap="none" lIns="0" tIns="0" rIns="0" bIns="0" rtlCol="0">
            <a:spAutoFit/>
          </a:bodyPr>
          <a:lstStyle/>
          <a:p>
            <a:endParaRPr lang="zh-CN" altLang="en-US" sz="800" dirty="0">
              <a:solidFill>
                <a:schemeClr val="bg1"/>
              </a:solidFill>
              <a:latin typeface="等线" panose="02010600030101010101" pitchFamily="2" charset="-122"/>
              <a:ea typeface="等线" panose="02010600030101010101" pitchFamily="2" charset="-122"/>
            </a:endParaRPr>
          </a:p>
        </p:txBody>
      </p:sp>
      <p:pic>
        <p:nvPicPr>
          <p:cNvPr id="11" name="图片 10">
            <a:extLst>
              <a:ext uri="{FF2B5EF4-FFF2-40B4-BE49-F238E27FC236}">
                <a16:creationId xmlns:a16="http://schemas.microsoft.com/office/drawing/2014/main" id="{99648494-F8C9-6A55-67E9-5291B05CE2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770" y="953730"/>
            <a:ext cx="7787351" cy="1595402"/>
          </a:xfrm>
          <a:prstGeom prst="rect">
            <a:avLst/>
          </a:prstGeom>
        </p:spPr>
      </p:pic>
      <p:pic>
        <p:nvPicPr>
          <p:cNvPr id="17" name="图片 16">
            <a:extLst>
              <a:ext uri="{FF2B5EF4-FFF2-40B4-BE49-F238E27FC236}">
                <a16:creationId xmlns:a16="http://schemas.microsoft.com/office/drawing/2014/main" id="{C160C1A8-6275-671A-18C3-C78898FAD8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1129" y="703598"/>
            <a:ext cx="3950871" cy="1781766"/>
          </a:xfrm>
          <a:prstGeom prst="rect">
            <a:avLst/>
          </a:prstGeom>
        </p:spPr>
      </p:pic>
      <p:sp>
        <p:nvSpPr>
          <p:cNvPr id="7" name="文本框 6">
            <a:extLst>
              <a:ext uri="{FF2B5EF4-FFF2-40B4-BE49-F238E27FC236}">
                <a16:creationId xmlns:a16="http://schemas.microsoft.com/office/drawing/2014/main" id="{E17D3B2B-C93C-4C70-AD3F-ED624AE56E6E}"/>
              </a:ext>
            </a:extLst>
          </p:cNvPr>
          <p:cNvSpPr txBox="1"/>
          <p:nvPr/>
        </p:nvSpPr>
        <p:spPr>
          <a:xfrm>
            <a:off x="1869901" y="953730"/>
            <a:ext cx="447559" cy="461665"/>
          </a:xfrm>
          <a:prstGeom prst="rect">
            <a:avLst/>
          </a:prstGeom>
          <a:noFill/>
        </p:spPr>
        <p:txBody>
          <a:bodyPr wrap="none" rtlCol="0">
            <a:spAutoFit/>
          </a:bodyPr>
          <a:lstStyle/>
          <a:p>
            <a:pPr algn="ctr"/>
            <a:r>
              <a:rPr lang="en-US" altLang="zh-CN" sz="2400" b="1">
                <a:latin typeface="Calisto MT" panose="02040603050505030304" pitchFamily="18" charset="0"/>
              </a:rPr>
              <a:t>id</a:t>
            </a:r>
            <a:endParaRPr lang="zh-CN" altLang="en-US" sz="2400" b="1" dirty="0">
              <a:latin typeface="Calisto MT" panose="02040603050505030304" pitchFamily="18" charset="0"/>
            </a:endParaRPr>
          </a:p>
        </p:txBody>
      </p:sp>
      <p:sp>
        <p:nvSpPr>
          <p:cNvPr id="8" name="文本框 7">
            <a:extLst>
              <a:ext uri="{FF2B5EF4-FFF2-40B4-BE49-F238E27FC236}">
                <a16:creationId xmlns:a16="http://schemas.microsoft.com/office/drawing/2014/main" id="{872A6166-9C5D-45C4-BCE9-CBB858F38EF7}"/>
              </a:ext>
            </a:extLst>
          </p:cNvPr>
          <p:cNvSpPr txBox="1"/>
          <p:nvPr/>
        </p:nvSpPr>
        <p:spPr>
          <a:xfrm>
            <a:off x="3752459" y="953729"/>
            <a:ext cx="1309975" cy="461665"/>
          </a:xfrm>
          <a:prstGeom prst="rect">
            <a:avLst/>
          </a:prstGeom>
          <a:noFill/>
        </p:spPr>
        <p:txBody>
          <a:bodyPr wrap="none" rtlCol="0">
            <a:spAutoFit/>
          </a:bodyPr>
          <a:lstStyle/>
          <a:p>
            <a:pPr algn="ctr"/>
            <a:r>
              <a:rPr lang="en-US" altLang="zh-CN" sz="2400" b="1">
                <a:latin typeface="Calisto MT" panose="02040603050505030304" pitchFamily="18" charset="0"/>
              </a:rPr>
              <a:t>One-hot</a:t>
            </a:r>
            <a:endParaRPr lang="zh-CN" altLang="en-US" sz="2400" b="1" dirty="0">
              <a:latin typeface="Calisto MT" panose="02040603050505030304" pitchFamily="18" charset="0"/>
            </a:endParaRPr>
          </a:p>
        </p:txBody>
      </p:sp>
      <p:sp>
        <p:nvSpPr>
          <p:cNvPr id="9" name="矩形 8">
            <a:extLst>
              <a:ext uri="{FF2B5EF4-FFF2-40B4-BE49-F238E27FC236}">
                <a16:creationId xmlns:a16="http://schemas.microsoft.com/office/drawing/2014/main" id="{BB3DD95A-A402-4A2A-A8C9-D082B7DBD78C}"/>
              </a:ext>
            </a:extLst>
          </p:cNvPr>
          <p:cNvSpPr/>
          <p:nvPr/>
        </p:nvSpPr>
        <p:spPr>
          <a:xfrm>
            <a:off x="2317460" y="2549132"/>
            <a:ext cx="9789196" cy="3785652"/>
          </a:xfrm>
          <a:prstGeom prst="rect">
            <a:avLst/>
          </a:prstGeom>
        </p:spPr>
        <p:txBody>
          <a:bodyPr wrap="square">
            <a:spAutoFit/>
          </a:bodyPr>
          <a:lstStyle/>
          <a:p>
            <a:pPr>
              <a:buFont typeface="Arial" panose="020B0604020202020204" pitchFamily="34" charset="0"/>
              <a:buChar char="•"/>
            </a:pPr>
            <a:r>
              <a:rPr lang="zh-CN" altLang="en-US" sz="2400" spc="100">
                <a:latin typeface=""/>
                <a:ea typeface="微软雅黑" panose="020B0503020204020204" pitchFamily="34" charset="-122"/>
                <a:sym typeface=""/>
              </a:rPr>
              <a:t>捕捉语义信息： 词嵌入（如</a:t>
            </a:r>
            <a:r>
              <a:rPr lang="en-US" altLang="zh-CN" sz="2400" spc="100">
                <a:latin typeface=""/>
                <a:ea typeface="微软雅黑" panose="020B0503020204020204" pitchFamily="34" charset="-122"/>
                <a:sym typeface=""/>
              </a:rPr>
              <a:t>Word2Vec, GloVe</a:t>
            </a:r>
            <a:r>
              <a:rPr lang="zh-CN" altLang="en-US" sz="2400" spc="100">
                <a:latin typeface=""/>
                <a:ea typeface="微软雅黑" panose="020B0503020204020204" pitchFamily="34" charset="-122"/>
                <a:sym typeface=""/>
              </a:rPr>
              <a:t>）可以捕捉词与词之间的语义相似性，向量空间中相似的词距离较近。</a:t>
            </a:r>
          </a:p>
          <a:p>
            <a:pPr>
              <a:buFont typeface="Arial" panose="020B0604020202020204" pitchFamily="34" charset="0"/>
              <a:buChar char="•"/>
            </a:pPr>
            <a:r>
              <a:rPr lang="zh-CN" altLang="en-US" sz="2400" spc="100">
                <a:latin typeface=""/>
                <a:ea typeface="微软雅黑" panose="020B0503020204020204" pitchFamily="34" charset="-122"/>
                <a:sym typeface=""/>
              </a:rPr>
              <a:t>低维度高效表示： 词向量的维度通常较低（如</a:t>
            </a:r>
            <a:r>
              <a:rPr lang="en-US" altLang="zh-CN" sz="2400" spc="100">
                <a:latin typeface=""/>
                <a:ea typeface="微软雅黑" panose="020B0503020204020204" pitchFamily="34" charset="-122"/>
                <a:sym typeface=""/>
              </a:rPr>
              <a:t>300</a:t>
            </a:r>
            <a:r>
              <a:rPr lang="zh-CN" altLang="en-US" sz="2400" spc="100">
                <a:latin typeface=""/>
                <a:ea typeface="微软雅黑" panose="020B0503020204020204" pitchFamily="34" charset="-122"/>
                <a:sym typeface=""/>
              </a:rPr>
              <a:t>维），因此比</a:t>
            </a:r>
            <a:r>
              <a:rPr lang="en-US" altLang="zh-CN" sz="2400" spc="100">
                <a:latin typeface=""/>
                <a:ea typeface="微软雅黑" panose="020B0503020204020204" pitchFamily="34" charset="-122"/>
                <a:sym typeface=""/>
              </a:rPr>
              <a:t>BOW</a:t>
            </a:r>
            <a:r>
              <a:rPr lang="zh-CN" altLang="en-US" sz="2400" spc="100">
                <a:latin typeface=""/>
                <a:ea typeface="微软雅黑" panose="020B0503020204020204" pitchFamily="34" charset="-122"/>
                <a:sym typeface=""/>
              </a:rPr>
              <a:t>和</a:t>
            </a:r>
            <a:r>
              <a:rPr lang="en-US" altLang="zh-CN" sz="2400" spc="100">
                <a:latin typeface=""/>
                <a:ea typeface="微软雅黑" panose="020B0503020204020204" pitchFamily="34" charset="-122"/>
                <a:sym typeface=""/>
              </a:rPr>
              <a:t>TF-IDF</a:t>
            </a:r>
            <a:r>
              <a:rPr lang="zh-CN" altLang="en-US" sz="2400" spc="100">
                <a:latin typeface=""/>
                <a:ea typeface="微软雅黑" panose="020B0503020204020204" pitchFamily="34" charset="-122"/>
                <a:sym typeface=""/>
              </a:rPr>
              <a:t>更高效，在词表较大时仍然可以保证信息被高密度的保存在低维度的特征向量中。</a:t>
            </a:r>
            <a:endParaRPr lang="en-US" altLang="zh-CN" sz="2400" spc="100">
              <a:latin typeface=""/>
              <a:ea typeface="微软雅黑" panose="020B0503020204020204" pitchFamily="34" charset="-122"/>
              <a:sym typeface=""/>
            </a:endParaRPr>
          </a:p>
          <a:p>
            <a:pPr>
              <a:buFont typeface="Arial" panose="020B0604020202020204" pitchFamily="34" charset="0"/>
              <a:buChar char="•"/>
            </a:pPr>
            <a:endParaRPr lang="en-US" altLang="zh-CN" sz="2400" spc="100">
              <a:latin typeface=""/>
              <a:ea typeface="微软雅黑" panose="020B0503020204020204" pitchFamily="34" charset="-122"/>
              <a:sym typeface=""/>
            </a:endParaRPr>
          </a:p>
          <a:p>
            <a:pPr>
              <a:buFont typeface="Arial" panose="020B0604020202020204" pitchFamily="34" charset="0"/>
              <a:buChar char="•"/>
            </a:pPr>
            <a:r>
              <a:rPr lang="zh-CN" altLang="en-US" sz="2400" spc="100">
                <a:latin typeface=""/>
                <a:ea typeface="微软雅黑" panose="020B0503020204020204" pitchFamily="34" charset="-122"/>
                <a:sym typeface=""/>
              </a:rPr>
              <a:t>上下文动态表示： </a:t>
            </a:r>
            <a:r>
              <a:rPr lang="en-US" altLang="zh-CN" sz="2400" spc="100">
                <a:latin typeface=""/>
                <a:ea typeface="微软雅黑" panose="020B0503020204020204" pitchFamily="34" charset="-122"/>
                <a:sym typeface=""/>
              </a:rPr>
              <a:t>BERT</a:t>
            </a:r>
            <a:r>
              <a:rPr lang="zh-CN" altLang="en-US" sz="2400" spc="100">
                <a:latin typeface=""/>
                <a:ea typeface="微软雅黑" panose="020B0503020204020204" pitchFamily="34" charset="-122"/>
                <a:sym typeface=""/>
              </a:rPr>
              <a:t>等</a:t>
            </a:r>
            <a:r>
              <a:rPr lang="en-US" altLang="zh-CN" sz="2400" spc="100">
                <a:latin typeface=""/>
                <a:ea typeface="微软雅黑" panose="020B0503020204020204" pitchFamily="34" charset="-122"/>
                <a:sym typeface=""/>
              </a:rPr>
              <a:t>Transformer</a:t>
            </a:r>
            <a:r>
              <a:rPr lang="zh-CN" altLang="en-US" sz="2400" spc="100">
                <a:latin typeface=""/>
                <a:ea typeface="微软雅黑" panose="020B0503020204020204" pitchFamily="34" charset="-122"/>
                <a:sym typeface=""/>
              </a:rPr>
              <a:t>模型能够根据上下文生成动态的词向量，解决了同一词在不同上下文中可能具有不同含义的问题。</a:t>
            </a:r>
            <a:endParaRPr lang="en-US" altLang="zh-CN" sz="2400" spc="100">
              <a:latin typeface=""/>
              <a:ea typeface="微软雅黑" panose="020B0503020204020204" pitchFamily="34" charset="-122"/>
              <a:sym typeface=""/>
            </a:endParaRPr>
          </a:p>
          <a:p>
            <a:pPr>
              <a:buFont typeface="Arial" panose="020B0604020202020204" pitchFamily="34" charset="0"/>
              <a:buChar char="•"/>
            </a:pPr>
            <a:r>
              <a:rPr lang="zh-CN" altLang="en-US" sz="2400" spc="100">
                <a:latin typeface=""/>
                <a:ea typeface="微软雅黑" panose="020B0503020204020204" pitchFamily="34" charset="-122"/>
                <a:sym typeface=""/>
              </a:rPr>
              <a:t>捕捉长距离依赖： </a:t>
            </a:r>
            <a:r>
              <a:rPr lang="en-US" altLang="zh-CN" sz="2400" spc="100">
                <a:latin typeface=""/>
                <a:ea typeface="微软雅黑" panose="020B0503020204020204" pitchFamily="34" charset="-122"/>
                <a:sym typeface=""/>
              </a:rPr>
              <a:t>Transformers</a:t>
            </a:r>
            <a:r>
              <a:rPr lang="zh-CN" altLang="en-US" sz="2400" spc="100">
                <a:latin typeface=""/>
                <a:ea typeface="微软雅黑" panose="020B0503020204020204" pitchFamily="34" charset="-122"/>
                <a:sym typeface=""/>
              </a:rPr>
              <a:t>擅长处理文本中远距离词之间的依赖关系，适合处理复杂的语义结构</a:t>
            </a:r>
            <a:r>
              <a:rPr lang="en-US" altLang="zh-CN" sz="2400" spc="100">
                <a:latin typeface=""/>
                <a:ea typeface="微软雅黑" panose="020B0503020204020204" pitchFamily="34" charset="-122"/>
                <a:sym typeface=""/>
              </a:rPr>
              <a:t>.</a:t>
            </a:r>
            <a:endParaRPr lang="zh-CN" altLang="en-US" sz="2400"/>
          </a:p>
        </p:txBody>
      </p:sp>
      <p:sp>
        <p:nvSpPr>
          <p:cNvPr id="15" name="文本框 14">
            <a:extLst>
              <a:ext uri="{FF2B5EF4-FFF2-40B4-BE49-F238E27FC236}">
                <a16:creationId xmlns:a16="http://schemas.microsoft.com/office/drawing/2014/main" id="{3DD80D4A-B98F-4093-BD6A-0699E6D53F62}"/>
              </a:ext>
            </a:extLst>
          </p:cNvPr>
          <p:cNvSpPr txBox="1"/>
          <p:nvPr/>
        </p:nvSpPr>
        <p:spPr>
          <a:xfrm>
            <a:off x="436629" y="3198167"/>
            <a:ext cx="1475981" cy="461665"/>
          </a:xfrm>
          <a:prstGeom prst="rect">
            <a:avLst/>
          </a:prstGeom>
          <a:noFill/>
        </p:spPr>
        <p:txBody>
          <a:bodyPr wrap="none" rtlCol="0">
            <a:spAutoFit/>
          </a:bodyPr>
          <a:lstStyle/>
          <a:p>
            <a:pPr algn="ctr"/>
            <a:r>
              <a:rPr lang="en-US" altLang="zh-CN" sz="2400" b="1">
                <a:latin typeface="Calisto MT" panose="02040603050505030304" pitchFamily="18" charset="0"/>
              </a:rPr>
              <a:t>word2vec</a:t>
            </a:r>
            <a:endParaRPr lang="zh-CN" altLang="en-US" sz="2400" b="1" dirty="0">
              <a:latin typeface="Calisto MT" panose="02040603050505030304" pitchFamily="18" charset="0"/>
            </a:endParaRPr>
          </a:p>
        </p:txBody>
      </p:sp>
      <p:sp>
        <p:nvSpPr>
          <p:cNvPr id="16" name="文本框 15">
            <a:extLst>
              <a:ext uri="{FF2B5EF4-FFF2-40B4-BE49-F238E27FC236}">
                <a16:creationId xmlns:a16="http://schemas.microsoft.com/office/drawing/2014/main" id="{A85071FE-CDCB-42DC-8F2D-A8E643161E09}"/>
              </a:ext>
            </a:extLst>
          </p:cNvPr>
          <p:cNvSpPr txBox="1"/>
          <p:nvPr/>
        </p:nvSpPr>
        <p:spPr>
          <a:xfrm>
            <a:off x="131927" y="5270807"/>
            <a:ext cx="1999971" cy="461665"/>
          </a:xfrm>
          <a:prstGeom prst="rect">
            <a:avLst/>
          </a:prstGeom>
          <a:noFill/>
        </p:spPr>
        <p:txBody>
          <a:bodyPr wrap="none" rtlCol="0">
            <a:spAutoFit/>
          </a:bodyPr>
          <a:lstStyle/>
          <a:p>
            <a:pPr algn="ctr"/>
            <a:r>
              <a:rPr lang="en-US" altLang="zh-CN" sz="2400" b="1">
                <a:latin typeface="Calisto MT" panose="02040603050505030304" pitchFamily="18" charset="0"/>
              </a:rPr>
              <a:t>Transformers</a:t>
            </a:r>
            <a:endParaRPr lang="zh-CN" altLang="en-US" sz="2400" b="1" dirty="0">
              <a:latin typeface="Calisto MT" panose="02040603050505030304" pitchFamily="18" charset="0"/>
            </a:endParaRPr>
          </a:p>
        </p:txBody>
      </p:sp>
      <p:sp>
        <p:nvSpPr>
          <p:cNvPr id="12" name="文本框 11">
            <a:extLst>
              <a:ext uri="{FF2B5EF4-FFF2-40B4-BE49-F238E27FC236}">
                <a16:creationId xmlns:a16="http://schemas.microsoft.com/office/drawing/2014/main" id="{D754C94F-E88C-4880-85B9-AB77511003AD}"/>
              </a:ext>
            </a:extLst>
          </p:cNvPr>
          <p:cNvSpPr txBox="1"/>
          <p:nvPr/>
        </p:nvSpPr>
        <p:spPr>
          <a:xfrm>
            <a:off x="4722432" y="99392"/>
            <a:ext cx="2220912" cy="584775"/>
          </a:xfrm>
          <a:prstGeom prst="rect">
            <a:avLst/>
          </a:prstGeom>
          <a:noFill/>
        </p:spPr>
        <p:txBody>
          <a:bodyPr wrap="square">
            <a:spAutoFit/>
          </a:bodyPr>
          <a:lstStyle/>
          <a:p>
            <a:pPr algn="l"/>
            <a:r>
              <a:rPr lang="zh-CN" altLang="en-US" sz="3200" b="1">
                <a:latin typeface="-apple-system"/>
              </a:rPr>
              <a:t>向量</a:t>
            </a:r>
            <a:r>
              <a:rPr lang="zh-CN" altLang="en-US" sz="3200" b="1" i="0">
                <a:effectLst/>
                <a:latin typeface="-apple-system"/>
              </a:rPr>
              <a:t>编码</a:t>
            </a:r>
            <a:endParaRPr lang="zh-CN" altLang="en-US" sz="3200" b="1" i="0" dirty="0">
              <a:effectLst/>
              <a:latin typeface="-apple-system"/>
            </a:endParaRPr>
          </a:p>
        </p:txBody>
      </p:sp>
    </p:spTree>
    <p:extLst>
      <p:ext uri="{BB962C8B-B14F-4D97-AF65-F5344CB8AC3E}">
        <p14:creationId xmlns:p14="http://schemas.microsoft.com/office/powerpoint/2010/main" val="1511791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a:extLst>
              <a:ext uri="{FF2B5EF4-FFF2-40B4-BE49-F238E27FC236}">
                <a16:creationId xmlns:a16="http://schemas.microsoft.com/office/drawing/2014/main" id="{C1AEF32C-33E0-4BF2-8AD8-FC88CEB4CE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5785" y="2023845"/>
            <a:ext cx="4061579" cy="39000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在这里插入图片描述">
            <a:extLst>
              <a:ext uri="{FF2B5EF4-FFF2-40B4-BE49-F238E27FC236}">
                <a16:creationId xmlns:a16="http://schemas.microsoft.com/office/drawing/2014/main" id="{4EC67671-B0F7-4085-9A3F-1850C6EB4F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7798" y="4163092"/>
            <a:ext cx="3940148" cy="192435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在这里插入图片描述">
            <a:extLst>
              <a:ext uri="{FF2B5EF4-FFF2-40B4-BE49-F238E27FC236}">
                <a16:creationId xmlns:a16="http://schemas.microsoft.com/office/drawing/2014/main" id="{AB413FD6-1733-4B31-9888-A29CB6974A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296633"/>
            <a:ext cx="3771253" cy="1882993"/>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C30179D3-B91D-C722-2243-4A600B52FE8A}"/>
              </a:ext>
            </a:extLst>
          </p:cNvPr>
          <p:cNvSpPr txBox="1"/>
          <p:nvPr/>
        </p:nvSpPr>
        <p:spPr>
          <a:xfrm>
            <a:off x="4578760" y="94473"/>
            <a:ext cx="2163454" cy="584775"/>
          </a:xfrm>
          <a:prstGeom prst="rect">
            <a:avLst/>
          </a:prstGeom>
          <a:noFill/>
        </p:spPr>
        <p:txBody>
          <a:bodyPr wrap="square">
            <a:spAutoFit/>
          </a:bodyPr>
          <a:lstStyle/>
          <a:p>
            <a:pPr algn="l"/>
            <a:r>
              <a:rPr lang="zh-CN" altLang="en-US" sz="3200" b="1" i="0">
                <a:effectLst/>
                <a:latin typeface="-apple-system"/>
              </a:rPr>
              <a:t>设计模型</a:t>
            </a:r>
            <a:endParaRPr lang="zh-CN" altLang="en-US" sz="3200" b="1" i="0" dirty="0">
              <a:effectLst/>
              <a:latin typeface="-apple-system"/>
            </a:endParaRPr>
          </a:p>
        </p:txBody>
      </p:sp>
      <p:sp>
        <p:nvSpPr>
          <p:cNvPr id="9" name="矩形 8">
            <a:extLst>
              <a:ext uri="{FF2B5EF4-FFF2-40B4-BE49-F238E27FC236}">
                <a16:creationId xmlns:a16="http://schemas.microsoft.com/office/drawing/2014/main" id="{BB3DD95A-A402-4A2A-A8C9-D082B7DBD78C}"/>
              </a:ext>
            </a:extLst>
          </p:cNvPr>
          <p:cNvSpPr/>
          <p:nvPr/>
        </p:nvSpPr>
        <p:spPr>
          <a:xfrm>
            <a:off x="436631" y="934136"/>
            <a:ext cx="7719818" cy="3785652"/>
          </a:xfrm>
          <a:prstGeom prst="rect">
            <a:avLst/>
          </a:prstGeom>
        </p:spPr>
        <p:txBody>
          <a:bodyPr wrap="square">
            <a:spAutoFit/>
          </a:bodyPr>
          <a:lstStyle/>
          <a:p>
            <a:pPr>
              <a:buFont typeface="Arial" panose="020B0604020202020204" pitchFamily="34" charset="0"/>
              <a:buChar char="•"/>
            </a:pPr>
            <a:r>
              <a:rPr lang="zh-CN" altLang="en-US" sz="2400"/>
              <a:t>不同任务有不同的数据特点和目标，模型结构直接影响其学习能力、泛化能力和性能。</a:t>
            </a:r>
            <a:endParaRPr lang="en-US" altLang="zh-CN" sz="2400"/>
          </a:p>
          <a:p>
            <a:pPr>
              <a:buFont typeface="Arial" panose="020B0604020202020204" pitchFamily="34" charset="0"/>
              <a:buChar char="•"/>
            </a:pPr>
            <a:endParaRPr lang="en-US" altLang="zh-CN" sz="2400"/>
          </a:p>
          <a:p>
            <a:pPr>
              <a:buFont typeface="Arial" panose="020B0604020202020204" pitchFamily="34" charset="0"/>
              <a:buChar char="•"/>
            </a:pPr>
            <a:r>
              <a:rPr lang="zh-CN" altLang="en-US" sz="2400">
                <a:sym typeface=""/>
              </a:rPr>
              <a:t>更加复杂结构的模型可能会提高准确性，但也会增加计算成本、需要更多数据，并且训练时间更长。但也有可能冗余的结构对数据的解析过程并没有用甚至有害。</a:t>
            </a:r>
            <a:endParaRPr lang="en-US" altLang="zh-CN" sz="2400">
              <a:sym typeface=""/>
            </a:endParaRPr>
          </a:p>
          <a:p>
            <a:pPr>
              <a:buFont typeface="Arial" panose="020B0604020202020204" pitchFamily="34" charset="0"/>
              <a:buChar char="•"/>
            </a:pPr>
            <a:endParaRPr lang="en-US" altLang="zh-CN" sz="2400">
              <a:sym typeface=""/>
            </a:endParaRPr>
          </a:p>
          <a:p>
            <a:pPr>
              <a:buFont typeface="Arial" panose="020B0604020202020204" pitchFamily="34" charset="0"/>
              <a:buChar char="•"/>
            </a:pPr>
            <a:r>
              <a:rPr lang="zh-CN" altLang="en-US" sz="2400">
                <a:sym typeface=""/>
              </a:rPr>
              <a:t>过于简单的模型虽然快速高效，但可能无法捕捉数据的复杂特征，导致效果不佳。</a:t>
            </a:r>
          </a:p>
          <a:p>
            <a:pPr>
              <a:buFont typeface="Arial" panose="020B0604020202020204" pitchFamily="34" charset="0"/>
              <a:buChar char="•"/>
            </a:pPr>
            <a:endParaRPr lang="zh-CN" altLang="en-US" sz="2400" spc="100" dirty="0">
              <a:latin typeface=""/>
              <a:ea typeface="微软雅黑" panose="020B0503020204020204" pitchFamily="34" charset="-122"/>
              <a:sym typeface=""/>
            </a:endParaRPr>
          </a:p>
        </p:txBody>
      </p:sp>
      <p:pic>
        <p:nvPicPr>
          <p:cNvPr id="5" name="图片 4">
            <a:extLst>
              <a:ext uri="{FF2B5EF4-FFF2-40B4-BE49-F238E27FC236}">
                <a16:creationId xmlns:a16="http://schemas.microsoft.com/office/drawing/2014/main" id="{BA6DC535-7757-4E9F-A84D-4363BFE17E14}"/>
              </a:ext>
            </a:extLst>
          </p:cNvPr>
          <p:cNvPicPr>
            <a:picLocks noChangeAspect="1"/>
          </p:cNvPicPr>
          <p:nvPr/>
        </p:nvPicPr>
        <p:blipFill>
          <a:blip r:embed="rId6"/>
          <a:stretch>
            <a:fillRect/>
          </a:stretch>
        </p:blipFill>
        <p:spPr>
          <a:xfrm>
            <a:off x="4632391" y="6342335"/>
            <a:ext cx="2865894" cy="182283"/>
          </a:xfrm>
          <a:prstGeom prst="rect">
            <a:avLst/>
          </a:prstGeom>
        </p:spPr>
      </p:pic>
      <p:pic>
        <p:nvPicPr>
          <p:cNvPr id="12" name="图片 11">
            <a:extLst>
              <a:ext uri="{FF2B5EF4-FFF2-40B4-BE49-F238E27FC236}">
                <a16:creationId xmlns:a16="http://schemas.microsoft.com/office/drawing/2014/main" id="{6A4B3E0A-58CB-4D97-A3B0-5149ABFB8D6B}"/>
              </a:ext>
            </a:extLst>
          </p:cNvPr>
          <p:cNvPicPr>
            <a:picLocks noChangeAspect="1"/>
          </p:cNvPicPr>
          <p:nvPr/>
        </p:nvPicPr>
        <p:blipFill>
          <a:blip r:embed="rId7"/>
          <a:stretch>
            <a:fillRect/>
          </a:stretch>
        </p:blipFill>
        <p:spPr>
          <a:xfrm>
            <a:off x="590693" y="6336025"/>
            <a:ext cx="2838820" cy="188593"/>
          </a:xfrm>
          <a:prstGeom prst="rect">
            <a:avLst/>
          </a:prstGeom>
        </p:spPr>
      </p:pic>
      <p:pic>
        <p:nvPicPr>
          <p:cNvPr id="14" name="图片 13">
            <a:extLst>
              <a:ext uri="{FF2B5EF4-FFF2-40B4-BE49-F238E27FC236}">
                <a16:creationId xmlns:a16="http://schemas.microsoft.com/office/drawing/2014/main" id="{AF54C97C-3ABA-4C93-B7CC-7EF638BF78A5}"/>
              </a:ext>
            </a:extLst>
          </p:cNvPr>
          <p:cNvPicPr>
            <a:picLocks noChangeAspect="1"/>
          </p:cNvPicPr>
          <p:nvPr/>
        </p:nvPicPr>
        <p:blipFill>
          <a:blip r:embed="rId8"/>
          <a:stretch>
            <a:fillRect/>
          </a:stretch>
        </p:blipFill>
        <p:spPr>
          <a:xfrm>
            <a:off x="8701163" y="6336025"/>
            <a:ext cx="2790825" cy="190500"/>
          </a:xfrm>
          <a:prstGeom prst="rect">
            <a:avLst/>
          </a:prstGeom>
        </p:spPr>
      </p:pic>
      <p:sp>
        <p:nvSpPr>
          <p:cNvPr id="24" name="文本框 23">
            <a:extLst>
              <a:ext uri="{FF2B5EF4-FFF2-40B4-BE49-F238E27FC236}">
                <a16:creationId xmlns:a16="http://schemas.microsoft.com/office/drawing/2014/main" id="{FD9243C7-282A-45BD-86D1-A6A39BD1BBB3}"/>
              </a:ext>
            </a:extLst>
          </p:cNvPr>
          <p:cNvSpPr txBox="1"/>
          <p:nvPr/>
        </p:nvSpPr>
        <p:spPr>
          <a:xfrm>
            <a:off x="1544826" y="6429971"/>
            <a:ext cx="681597" cy="461665"/>
          </a:xfrm>
          <a:prstGeom prst="rect">
            <a:avLst/>
          </a:prstGeom>
          <a:noFill/>
        </p:spPr>
        <p:txBody>
          <a:bodyPr wrap="none" rtlCol="0">
            <a:spAutoFit/>
          </a:bodyPr>
          <a:lstStyle/>
          <a:p>
            <a:pPr algn="ctr"/>
            <a:r>
              <a:rPr lang="en-US" altLang="zh-CN" sz="2400" b="1">
                <a:solidFill>
                  <a:srgbClr val="FFC000"/>
                </a:solidFill>
                <a:latin typeface="Calisto MT" panose="02040603050505030304" pitchFamily="18" charset="0"/>
              </a:rPr>
              <a:t>2nd</a:t>
            </a:r>
            <a:endParaRPr lang="zh-CN" altLang="en-US" sz="2400" b="1" dirty="0">
              <a:solidFill>
                <a:srgbClr val="FFC000"/>
              </a:solidFill>
              <a:latin typeface="Calisto MT" panose="02040603050505030304" pitchFamily="18" charset="0"/>
            </a:endParaRPr>
          </a:p>
        </p:txBody>
      </p:sp>
      <p:sp>
        <p:nvSpPr>
          <p:cNvPr id="25" name="文本框 24">
            <a:extLst>
              <a:ext uri="{FF2B5EF4-FFF2-40B4-BE49-F238E27FC236}">
                <a16:creationId xmlns:a16="http://schemas.microsoft.com/office/drawing/2014/main" id="{6D59839B-7C37-4E3E-9218-743B78B6F9EF}"/>
              </a:ext>
            </a:extLst>
          </p:cNvPr>
          <p:cNvSpPr txBox="1"/>
          <p:nvPr/>
        </p:nvSpPr>
        <p:spPr>
          <a:xfrm>
            <a:off x="5751790" y="6470951"/>
            <a:ext cx="627096" cy="461665"/>
          </a:xfrm>
          <a:prstGeom prst="rect">
            <a:avLst/>
          </a:prstGeom>
          <a:noFill/>
        </p:spPr>
        <p:txBody>
          <a:bodyPr wrap="none" rtlCol="0">
            <a:spAutoFit/>
          </a:bodyPr>
          <a:lstStyle/>
          <a:p>
            <a:pPr algn="ctr"/>
            <a:r>
              <a:rPr lang="en-US" altLang="zh-CN" sz="2400" b="1">
                <a:solidFill>
                  <a:srgbClr val="FF0000"/>
                </a:solidFill>
                <a:latin typeface="Calisto MT" panose="02040603050505030304" pitchFamily="18" charset="0"/>
              </a:rPr>
              <a:t>3rd</a:t>
            </a:r>
            <a:endParaRPr lang="zh-CN" altLang="en-US" sz="2400" b="1" dirty="0">
              <a:solidFill>
                <a:srgbClr val="FF0000"/>
              </a:solidFill>
              <a:latin typeface="Calisto MT" panose="02040603050505030304" pitchFamily="18" charset="0"/>
            </a:endParaRPr>
          </a:p>
        </p:txBody>
      </p:sp>
      <p:sp>
        <p:nvSpPr>
          <p:cNvPr id="26" name="文本框 25">
            <a:extLst>
              <a:ext uri="{FF2B5EF4-FFF2-40B4-BE49-F238E27FC236}">
                <a16:creationId xmlns:a16="http://schemas.microsoft.com/office/drawing/2014/main" id="{7478711A-4E96-4E77-811A-D117E34FEBEA}"/>
              </a:ext>
            </a:extLst>
          </p:cNvPr>
          <p:cNvSpPr txBox="1"/>
          <p:nvPr/>
        </p:nvSpPr>
        <p:spPr>
          <a:xfrm>
            <a:off x="9847814" y="6470951"/>
            <a:ext cx="572593" cy="461665"/>
          </a:xfrm>
          <a:prstGeom prst="rect">
            <a:avLst/>
          </a:prstGeom>
          <a:noFill/>
        </p:spPr>
        <p:txBody>
          <a:bodyPr wrap="none" rtlCol="0">
            <a:spAutoFit/>
          </a:bodyPr>
          <a:lstStyle/>
          <a:p>
            <a:pPr algn="ctr"/>
            <a:r>
              <a:rPr lang="en-US" altLang="zh-CN" sz="2400" b="1">
                <a:solidFill>
                  <a:srgbClr val="00B050"/>
                </a:solidFill>
                <a:latin typeface="Calisto MT" panose="02040603050505030304" pitchFamily="18" charset="0"/>
              </a:rPr>
              <a:t>1st</a:t>
            </a:r>
            <a:endParaRPr lang="zh-CN" altLang="en-US" sz="2400" b="1" dirty="0">
              <a:solidFill>
                <a:srgbClr val="00B050"/>
              </a:solidFill>
              <a:latin typeface="Calisto MT" panose="02040603050505030304" pitchFamily="18" charset="0"/>
            </a:endParaRPr>
          </a:p>
        </p:txBody>
      </p:sp>
    </p:spTree>
    <p:extLst>
      <p:ext uri="{BB962C8B-B14F-4D97-AF65-F5344CB8AC3E}">
        <p14:creationId xmlns:p14="http://schemas.microsoft.com/office/powerpoint/2010/main" val="671010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30179D3-B91D-C722-2243-4A600B52FE8A}"/>
              </a:ext>
            </a:extLst>
          </p:cNvPr>
          <p:cNvSpPr txBox="1"/>
          <p:nvPr/>
        </p:nvSpPr>
        <p:spPr>
          <a:xfrm>
            <a:off x="4578760" y="94473"/>
            <a:ext cx="2163454" cy="584775"/>
          </a:xfrm>
          <a:prstGeom prst="rect">
            <a:avLst/>
          </a:prstGeom>
          <a:noFill/>
        </p:spPr>
        <p:txBody>
          <a:bodyPr wrap="square">
            <a:spAutoFit/>
          </a:bodyPr>
          <a:lstStyle/>
          <a:p>
            <a:pPr algn="l"/>
            <a:r>
              <a:rPr lang="zh-CN" altLang="en-US" sz="3200" b="1" i="0">
                <a:effectLst/>
                <a:latin typeface="-apple-system"/>
              </a:rPr>
              <a:t>设计模型</a:t>
            </a:r>
            <a:endParaRPr lang="zh-CN" altLang="en-US" sz="3200" b="1" i="0" dirty="0">
              <a:effectLst/>
              <a:latin typeface="-apple-system"/>
            </a:endParaRPr>
          </a:p>
        </p:txBody>
      </p:sp>
      <p:sp>
        <p:nvSpPr>
          <p:cNvPr id="15" name="文本框 14">
            <a:extLst>
              <a:ext uri="{FF2B5EF4-FFF2-40B4-BE49-F238E27FC236}">
                <a16:creationId xmlns:a16="http://schemas.microsoft.com/office/drawing/2014/main" id="{A0E00F52-B720-4954-AE09-9DA8E9DA9D53}"/>
              </a:ext>
            </a:extLst>
          </p:cNvPr>
          <p:cNvSpPr txBox="1"/>
          <p:nvPr/>
        </p:nvSpPr>
        <p:spPr>
          <a:xfrm>
            <a:off x="438912" y="1216075"/>
            <a:ext cx="7565136" cy="369332"/>
          </a:xfrm>
          <a:prstGeom prst="rect">
            <a:avLst/>
          </a:prstGeom>
          <a:solidFill>
            <a:schemeClr val="tx1"/>
          </a:solidFill>
        </p:spPr>
        <p:txBody>
          <a:bodyPr wrap="square">
            <a:spAutoFit/>
          </a:bodyPr>
          <a:lstStyle/>
          <a:p>
            <a:r>
              <a:rPr lang="en-US" altLang="zh-CN" b="0">
                <a:solidFill>
                  <a:srgbClr val="C586C0"/>
                </a:solidFill>
                <a:effectLst/>
                <a:latin typeface="Consolas" panose="020B0609020204030204" pitchFamily="49" charset="0"/>
              </a:rPr>
              <a:t>from</a:t>
            </a:r>
            <a:r>
              <a:rPr lang="en-US" altLang="zh-CN" b="0">
                <a:solidFill>
                  <a:srgbClr val="CCCCCC"/>
                </a:solidFill>
                <a:effectLst/>
                <a:latin typeface="Consolas" panose="020B0609020204030204" pitchFamily="49" charset="0"/>
              </a:rPr>
              <a:t> </a:t>
            </a:r>
            <a:r>
              <a:rPr lang="en-US" altLang="zh-CN" b="0">
                <a:solidFill>
                  <a:srgbClr val="4EC9B0"/>
                </a:solidFill>
                <a:effectLst/>
                <a:latin typeface="Consolas" panose="020B0609020204030204" pitchFamily="49" charset="0"/>
              </a:rPr>
              <a:t>sklearn</a:t>
            </a:r>
            <a:r>
              <a:rPr lang="en-US" altLang="zh-CN" b="0">
                <a:solidFill>
                  <a:srgbClr val="CCCCCC"/>
                </a:solidFill>
                <a:effectLst/>
                <a:latin typeface="Consolas" panose="020B0609020204030204" pitchFamily="49" charset="0"/>
              </a:rPr>
              <a:t>.</a:t>
            </a:r>
            <a:r>
              <a:rPr lang="en-US" altLang="zh-CN" b="0">
                <a:solidFill>
                  <a:srgbClr val="4EC9B0"/>
                </a:solidFill>
                <a:effectLst/>
                <a:latin typeface="Consolas" panose="020B0609020204030204" pitchFamily="49" charset="0"/>
              </a:rPr>
              <a:t>linear_model</a:t>
            </a:r>
            <a:r>
              <a:rPr lang="en-US" altLang="zh-CN" b="0">
                <a:solidFill>
                  <a:srgbClr val="CCCCCC"/>
                </a:solidFill>
                <a:effectLst/>
                <a:latin typeface="Consolas" panose="020B0609020204030204" pitchFamily="49" charset="0"/>
              </a:rPr>
              <a:t> </a:t>
            </a:r>
            <a:r>
              <a:rPr lang="en-US" altLang="zh-CN" b="0">
                <a:solidFill>
                  <a:srgbClr val="C586C0"/>
                </a:solidFill>
                <a:effectLst/>
                <a:latin typeface="Consolas" panose="020B0609020204030204" pitchFamily="49" charset="0"/>
              </a:rPr>
              <a:t>import</a:t>
            </a:r>
            <a:r>
              <a:rPr lang="en-US" altLang="zh-CN" b="0">
                <a:solidFill>
                  <a:srgbClr val="CCCCCC"/>
                </a:solidFill>
                <a:effectLst/>
                <a:latin typeface="Consolas" panose="020B0609020204030204" pitchFamily="49" charset="0"/>
              </a:rPr>
              <a:t> </a:t>
            </a:r>
            <a:r>
              <a:rPr lang="en-US" altLang="zh-CN" b="0">
                <a:solidFill>
                  <a:srgbClr val="4EC9B0"/>
                </a:solidFill>
                <a:effectLst/>
                <a:latin typeface="Consolas" panose="020B0609020204030204" pitchFamily="49" charset="0"/>
              </a:rPr>
              <a:t>LogisticRegression</a:t>
            </a:r>
            <a:endParaRPr lang="en-US" altLang="zh-CN" b="0">
              <a:solidFill>
                <a:srgbClr val="CCCCCC"/>
              </a:solidFill>
              <a:effectLst/>
              <a:latin typeface="Consolas" panose="020B0609020204030204" pitchFamily="49" charset="0"/>
            </a:endParaRPr>
          </a:p>
        </p:txBody>
      </p:sp>
      <p:sp>
        <p:nvSpPr>
          <p:cNvPr id="17" name="文本框 16">
            <a:extLst>
              <a:ext uri="{FF2B5EF4-FFF2-40B4-BE49-F238E27FC236}">
                <a16:creationId xmlns:a16="http://schemas.microsoft.com/office/drawing/2014/main" id="{DFD4B428-65E5-431C-9387-BC02EBEB4353}"/>
              </a:ext>
            </a:extLst>
          </p:cNvPr>
          <p:cNvSpPr txBox="1"/>
          <p:nvPr/>
        </p:nvSpPr>
        <p:spPr>
          <a:xfrm>
            <a:off x="4340428" y="800577"/>
            <a:ext cx="2828468" cy="461665"/>
          </a:xfrm>
          <a:prstGeom prst="rect">
            <a:avLst/>
          </a:prstGeom>
          <a:noFill/>
        </p:spPr>
        <p:txBody>
          <a:bodyPr wrap="square">
            <a:spAutoFit/>
          </a:bodyPr>
          <a:lstStyle/>
          <a:p>
            <a:pPr algn="ctr"/>
            <a:r>
              <a:rPr lang="zh-CN" altLang="en-US" sz="2400">
                <a:solidFill>
                  <a:srgbClr val="00B0F0"/>
                </a:solidFill>
                <a:latin typeface="Calisto MT" panose="02040603050505030304" pitchFamily="18" charset="0"/>
              </a:rPr>
              <a:t>线性逻辑回归模型</a:t>
            </a:r>
          </a:p>
        </p:txBody>
      </p:sp>
      <p:pic>
        <p:nvPicPr>
          <p:cNvPr id="10" name="图片 9">
            <a:extLst>
              <a:ext uri="{FF2B5EF4-FFF2-40B4-BE49-F238E27FC236}">
                <a16:creationId xmlns:a16="http://schemas.microsoft.com/office/drawing/2014/main" id="{EBBF7C73-4C5E-4249-814F-48C5D84675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6092" y="800577"/>
            <a:ext cx="2712976" cy="1851040"/>
          </a:xfrm>
          <a:prstGeom prst="rect">
            <a:avLst/>
          </a:prstGeom>
        </p:spPr>
      </p:pic>
      <p:sp>
        <p:nvSpPr>
          <p:cNvPr id="23" name="文本框 22">
            <a:extLst>
              <a:ext uri="{FF2B5EF4-FFF2-40B4-BE49-F238E27FC236}">
                <a16:creationId xmlns:a16="http://schemas.microsoft.com/office/drawing/2014/main" id="{E0E36652-5BE2-4BF4-ACB5-83AF785A4390}"/>
              </a:ext>
            </a:extLst>
          </p:cNvPr>
          <p:cNvSpPr txBox="1"/>
          <p:nvPr/>
        </p:nvSpPr>
        <p:spPr>
          <a:xfrm>
            <a:off x="493776" y="2655009"/>
            <a:ext cx="6108192" cy="369332"/>
          </a:xfrm>
          <a:prstGeom prst="rect">
            <a:avLst/>
          </a:prstGeom>
          <a:solidFill>
            <a:schemeClr val="tx1"/>
          </a:solidFill>
        </p:spPr>
        <p:txBody>
          <a:bodyPr wrap="square">
            <a:spAutoFit/>
          </a:bodyPr>
          <a:lstStyle/>
          <a:p>
            <a:r>
              <a:rPr lang="en-US" altLang="zh-CN" b="0">
                <a:solidFill>
                  <a:srgbClr val="C586C0"/>
                </a:solidFill>
                <a:effectLst/>
                <a:latin typeface="Consolas" panose="020B0609020204030204" pitchFamily="49" charset="0"/>
              </a:rPr>
              <a:t>from</a:t>
            </a:r>
            <a:r>
              <a:rPr lang="en-US" altLang="zh-CN" b="0">
                <a:solidFill>
                  <a:srgbClr val="CCCCCC"/>
                </a:solidFill>
                <a:effectLst/>
                <a:latin typeface="Consolas" panose="020B0609020204030204" pitchFamily="49" charset="0"/>
              </a:rPr>
              <a:t> </a:t>
            </a:r>
            <a:r>
              <a:rPr lang="en-US" altLang="zh-CN" b="0">
                <a:solidFill>
                  <a:srgbClr val="4EC9B0"/>
                </a:solidFill>
                <a:effectLst/>
                <a:latin typeface="Consolas" panose="020B0609020204030204" pitchFamily="49" charset="0"/>
              </a:rPr>
              <a:t>sklearn</a:t>
            </a:r>
            <a:r>
              <a:rPr lang="en-US" altLang="zh-CN" b="0">
                <a:solidFill>
                  <a:srgbClr val="CCCCCC"/>
                </a:solidFill>
                <a:effectLst/>
                <a:latin typeface="Consolas" panose="020B0609020204030204" pitchFamily="49" charset="0"/>
              </a:rPr>
              <a:t>.</a:t>
            </a:r>
            <a:r>
              <a:rPr lang="en-US" altLang="zh-CN" b="0">
                <a:solidFill>
                  <a:srgbClr val="4EC9B0"/>
                </a:solidFill>
                <a:effectLst/>
                <a:latin typeface="Consolas" panose="020B0609020204030204" pitchFamily="49" charset="0"/>
              </a:rPr>
              <a:t>svm</a:t>
            </a:r>
            <a:r>
              <a:rPr lang="en-US" altLang="zh-CN" b="0">
                <a:solidFill>
                  <a:srgbClr val="CCCCCC"/>
                </a:solidFill>
                <a:effectLst/>
                <a:latin typeface="Consolas" panose="020B0609020204030204" pitchFamily="49" charset="0"/>
              </a:rPr>
              <a:t> </a:t>
            </a:r>
            <a:r>
              <a:rPr lang="en-US" altLang="zh-CN" b="0">
                <a:solidFill>
                  <a:srgbClr val="C586C0"/>
                </a:solidFill>
                <a:effectLst/>
                <a:latin typeface="Consolas" panose="020B0609020204030204" pitchFamily="49" charset="0"/>
              </a:rPr>
              <a:t>import</a:t>
            </a:r>
            <a:r>
              <a:rPr lang="en-US" altLang="zh-CN" b="0">
                <a:solidFill>
                  <a:srgbClr val="CCCCCC"/>
                </a:solidFill>
                <a:effectLst/>
                <a:latin typeface="Consolas" panose="020B0609020204030204" pitchFamily="49" charset="0"/>
              </a:rPr>
              <a:t> </a:t>
            </a:r>
            <a:r>
              <a:rPr lang="en-US" altLang="zh-CN" b="0">
                <a:solidFill>
                  <a:srgbClr val="4EC9B0"/>
                </a:solidFill>
                <a:effectLst/>
                <a:latin typeface="Consolas" panose="020B0609020204030204" pitchFamily="49" charset="0"/>
              </a:rPr>
              <a:t>SVC</a:t>
            </a:r>
            <a:endParaRPr lang="en-US" altLang="zh-CN" b="0">
              <a:solidFill>
                <a:srgbClr val="CCCCCC"/>
              </a:solidFill>
              <a:effectLst/>
              <a:latin typeface="Consolas" panose="020B0609020204030204" pitchFamily="49" charset="0"/>
            </a:endParaRPr>
          </a:p>
        </p:txBody>
      </p:sp>
      <p:sp>
        <p:nvSpPr>
          <p:cNvPr id="27" name="文本框 26">
            <a:extLst>
              <a:ext uri="{FF2B5EF4-FFF2-40B4-BE49-F238E27FC236}">
                <a16:creationId xmlns:a16="http://schemas.microsoft.com/office/drawing/2014/main" id="{81077653-71B3-494F-9D1B-BA9BAB230A26}"/>
              </a:ext>
            </a:extLst>
          </p:cNvPr>
          <p:cNvSpPr txBox="1"/>
          <p:nvPr/>
        </p:nvSpPr>
        <p:spPr>
          <a:xfrm>
            <a:off x="2602992" y="2193344"/>
            <a:ext cx="2432304" cy="461665"/>
          </a:xfrm>
          <a:prstGeom prst="rect">
            <a:avLst/>
          </a:prstGeom>
          <a:noFill/>
        </p:spPr>
        <p:txBody>
          <a:bodyPr wrap="square">
            <a:spAutoFit/>
          </a:bodyPr>
          <a:lstStyle/>
          <a:p>
            <a:pPr algn="ctr"/>
            <a:r>
              <a:rPr lang="zh-CN" altLang="en-US" sz="2400">
                <a:solidFill>
                  <a:srgbClr val="00B0F0"/>
                </a:solidFill>
                <a:latin typeface="Calisto MT" panose="02040603050505030304" pitchFamily="18" charset="0"/>
              </a:rPr>
              <a:t>线性支持向量机</a:t>
            </a:r>
          </a:p>
        </p:txBody>
      </p:sp>
      <p:pic>
        <p:nvPicPr>
          <p:cNvPr id="20" name="图片 19">
            <a:extLst>
              <a:ext uri="{FF2B5EF4-FFF2-40B4-BE49-F238E27FC236}">
                <a16:creationId xmlns:a16="http://schemas.microsoft.com/office/drawing/2014/main" id="{DF19693B-B486-48C5-9DDB-250EF1031C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704" y="3036874"/>
            <a:ext cx="2467879" cy="1683813"/>
          </a:xfrm>
          <a:prstGeom prst="rect">
            <a:avLst/>
          </a:prstGeom>
        </p:spPr>
      </p:pic>
      <p:pic>
        <p:nvPicPr>
          <p:cNvPr id="28" name="图片 27">
            <a:extLst>
              <a:ext uri="{FF2B5EF4-FFF2-40B4-BE49-F238E27FC236}">
                <a16:creationId xmlns:a16="http://schemas.microsoft.com/office/drawing/2014/main" id="{14D92489-193A-4BCF-A9DC-B12EBDCE30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19935" y="3247043"/>
            <a:ext cx="1851809" cy="1263474"/>
          </a:xfrm>
          <a:prstGeom prst="rect">
            <a:avLst/>
          </a:prstGeom>
        </p:spPr>
      </p:pic>
      <p:pic>
        <p:nvPicPr>
          <p:cNvPr id="31" name="图片 30">
            <a:extLst>
              <a:ext uri="{FF2B5EF4-FFF2-40B4-BE49-F238E27FC236}">
                <a16:creationId xmlns:a16="http://schemas.microsoft.com/office/drawing/2014/main" id="{50AF94FA-CE3C-40A4-8128-93CD98A160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16309" y="3253401"/>
            <a:ext cx="1851809" cy="1263474"/>
          </a:xfrm>
          <a:prstGeom prst="rect">
            <a:avLst/>
          </a:prstGeom>
        </p:spPr>
      </p:pic>
      <p:sp>
        <p:nvSpPr>
          <p:cNvPr id="36" name="文本框 35">
            <a:extLst>
              <a:ext uri="{FF2B5EF4-FFF2-40B4-BE49-F238E27FC236}">
                <a16:creationId xmlns:a16="http://schemas.microsoft.com/office/drawing/2014/main" id="{752F3E9A-C3C8-411E-AF89-61D55FCFF385}"/>
              </a:ext>
            </a:extLst>
          </p:cNvPr>
          <p:cNvSpPr txBox="1"/>
          <p:nvPr/>
        </p:nvSpPr>
        <p:spPr>
          <a:xfrm>
            <a:off x="2203741" y="5868816"/>
            <a:ext cx="6108192" cy="369332"/>
          </a:xfrm>
          <a:prstGeom prst="rect">
            <a:avLst/>
          </a:prstGeom>
          <a:solidFill>
            <a:schemeClr val="tx1"/>
          </a:solidFill>
        </p:spPr>
        <p:txBody>
          <a:bodyPr wrap="square">
            <a:spAutoFit/>
          </a:bodyPr>
          <a:lstStyle/>
          <a:p>
            <a:r>
              <a:rPr lang="en-US" altLang="zh-CN" b="0">
                <a:solidFill>
                  <a:srgbClr val="C586C0"/>
                </a:solidFill>
                <a:effectLst/>
                <a:latin typeface="Consolas" panose="020B0609020204030204" pitchFamily="49" charset="0"/>
              </a:rPr>
              <a:t>from</a:t>
            </a:r>
            <a:r>
              <a:rPr lang="en-US" altLang="zh-CN" b="0">
                <a:solidFill>
                  <a:srgbClr val="CCCCCC"/>
                </a:solidFill>
                <a:effectLst/>
                <a:latin typeface="Consolas" panose="020B0609020204030204" pitchFamily="49" charset="0"/>
              </a:rPr>
              <a:t> </a:t>
            </a:r>
            <a:r>
              <a:rPr lang="en-US" altLang="zh-CN" b="0">
                <a:solidFill>
                  <a:srgbClr val="4EC9B0"/>
                </a:solidFill>
                <a:effectLst/>
                <a:latin typeface="Consolas" panose="020B0609020204030204" pitchFamily="49" charset="0"/>
              </a:rPr>
              <a:t>sklearn</a:t>
            </a:r>
            <a:r>
              <a:rPr lang="en-US" altLang="zh-CN" b="0">
                <a:solidFill>
                  <a:srgbClr val="CCCCCC"/>
                </a:solidFill>
                <a:effectLst/>
                <a:latin typeface="Consolas" panose="020B0609020204030204" pitchFamily="49" charset="0"/>
              </a:rPr>
              <a:t>.</a:t>
            </a:r>
            <a:r>
              <a:rPr lang="en-US" altLang="zh-CN" b="0">
                <a:solidFill>
                  <a:srgbClr val="4EC9B0"/>
                </a:solidFill>
                <a:effectLst/>
                <a:latin typeface="Consolas" panose="020B0609020204030204" pitchFamily="49" charset="0"/>
              </a:rPr>
              <a:t>tree</a:t>
            </a:r>
            <a:r>
              <a:rPr lang="en-US" altLang="zh-CN" b="0">
                <a:solidFill>
                  <a:srgbClr val="CCCCCC"/>
                </a:solidFill>
                <a:effectLst/>
                <a:latin typeface="Consolas" panose="020B0609020204030204" pitchFamily="49" charset="0"/>
              </a:rPr>
              <a:t> </a:t>
            </a:r>
            <a:r>
              <a:rPr lang="en-US" altLang="zh-CN" b="0">
                <a:solidFill>
                  <a:srgbClr val="C586C0"/>
                </a:solidFill>
                <a:effectLst/>
                <a:latin typeface="Consolas" panose="020B0609020204030204" pitchFamily="49" charset="0"/>
              </a:rPr>
              <a:t>import</a:t>
            </a:r>
            <a:r>
              <a:rPr lang="en-US" altLang="zh-CN" b="0">
                <a:solidFill>
                  <a:srgbClr val="CCCCCC"/>
                </a:solidFill>
                <a:effectLst/>
                <a:latin typeface="Consolas" panose="020B0609020204030204" pitchFamily="49" charset="0"/>
              </a:rPr>
              <a:t> </a:t>
            </a:r>
            <a:r>
              <a:rPr lang="en-US" altLang="zh-CN">
                <a:solidFill>
                  <a:srgbClr val="DCDCAA"/>
                </a:solidFill>
                <a:latin typeface="Consolas" panose="020B0609020204030204" pitchFamily="49" charset="0"/>
              </a:rPr>
              <a:t>D</a:t>
            </a:r>
            <a:r>
              <a:rPr lang="en-US" altLang="zh-CN" b="0">
                <a:solidFill>
                  <a:srgbClr val="DCDCAA"/>
                </a:solidFill>
                <a:effectLst/>
                <a:latin typeface="Consolas" panose="020B0609020204030204" pitchFamily="49" charset="0"/>
              </a:rPr>
              <a:t>ecisionTreeClassifier</a:t>
            </a:r>
            <a:endParaRPr lang="en-US" altLang="zh-CN" b="0">
              <a:solidFill>
                <a:srgbClr val="CCCCCC"/>
              </a:solidFill>
              <a:effectLst/>
              <a:latin typeface="Consolas" panose="020B0609020204030204" pitchFamily="49" charset="0"/>
            </a:endParaRPr>
          </a:p>
        </p:txBody>
      </p:sp>
      <p:sp>
        <p:nvSpPr>
          <p:cNvPr id="38" name="文本框 37">
            <a:extLst>
              <a:ext uri="{FF2B5EF4-FFF2-40B4-BE49-F238E27FC236}">
                <a16:creationId xmlns:a16="http://schemas.microsoft.com/office/drawing/2014/main" id="{57D6DD3F-EBBC-4440-8895-0F788E876301}"/>
              </a:ext>
            </a:extLst>
          </p:cNvPr>
          <p:cNvSpPr txBox="1"/>
          <p:nvPr/>
        </p:nvSpPr>
        <p:spPr>
          <a:xfrm>
            <a:off x="5526062" y="5411092"/>
            <a:ext cx="2432304" cy="461665"/>
          </a:xfrm>
          <a:prstGeom prst="rect">
            <a:avLst/>
          </a:prstGeom>
          <a:noFill/>
        </p:spPr>
        <p:txBody>
          <a:bodyPr wrap="square">
            <a:spAutoFit/>
          </a:bodyPr>
          <a:lstStyle/>
          <a:p>
            <a:pPr algn="ctr"/>
            <a:r>
              <a:rPr lang="zh-CN" altLang="en-US" sz="2400">
                <a:solidFill>
                  <a:srgbClr val="00B0F0"/>
                </a:solidFill>
                <a:latin typeface="Calisto MT" panose="02040603050505030304" pitchFamily="18" charset="0"/>
              </a:rPr>
              <a:t>决策树</a:t>
            </a:r>
          </a:p>
        </p:txBody>
      </p:sp>
      <p:pic>
        <p:nvPicPr>
          <p:cNvPr id="37" name="图片 36">
            <a:extLst>
              <a:ext uri="{FF2B5EF4-FFF2-40B4-BE49-F238E27FC236}">
                <a16:creationId xmlns:a16="http://schemas.microsoft.com/office/drawing/2014/main" id="{51A44824-D127-458D-B616-3558C2A46B7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8344" y="3412222"/>
            <a:ext cx="2976752" cy="3055634"/>
          </a:xfrm>
          <a:prstGeom prst="rect">
            <a:avLst/>
          </a:prstGeom>
        </p:spPr>
      </p:pic>
    </p:spTree>
    <p:extLst>
      <p:ext uri="{BB962C8B-B14F-4D97-AF65-F5344CB8AC3E}">
        <p14:creationId xmlns:p14="http://schemas.microsoft.com/office/powerpoint/2010/main" val="2850049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30179D3-B91D-C722-2243-4A600B52FE8A}"/>
              </a:ext>
            </a:extLst>
          </p:cNvPr>
          <p:cNvSpPr txBox="1"/>
          <p:nvPr/>
        </p:nvSpPr>
        <p:spPr>
          <a:xfrm>
            <a:off x="4578760" y="94473"/>
            <a:ext cx="2163454" cy="584775"/>
          </a:xfrm>
          <a:prstGeom prst="rect">
            <a:avLst/>
          </a:prstGeom>
          <a:noFill/>
        </p:spPr>
        <p:txBody>
          <a:bodyPr wrap="square">
            <a:spAutoFit/>
          </a:bodyPr>
          <a:lstStyle/>
          <a:p>
            <a:pPr algn="l"/>
            <a:r>
              <a:rPr lang="zh-CN" altLang="en-US" sz="3200" b="1" i="0">
                <a:effectLst/>
                <a:latin typeface="-apple-system"/>
              </a:rPr>
              <a:t>评估模型</a:t>
            </a:r>
            <a:endParaRPr lang="zh-CN" altLang="en-US" sz="3200" b="1" i="0" dirty="0">
              <a:effectLst/>
              <a:latin typeface="-apple-system"/>
            </a:endParaRPr>
          </a:p>
        </p:txBody>
      </p:sp>
      <p:sp>
        <p:nvSpPr>
          <p:cNvPr id="9" name="矩形 8">
            <a:extLst>
              <a:ext uri="{FF2B5EF4-FFF2-40B4-BE49-F238E27FC236}">
                <a16:creationId xmlns:a16="http://schemas.microsoft.com/office/drawing/2014/main" id="{BB3DD95A-A402-4A2A-A8C9-D082B7DBD78C}"/>
              </a:ext>
            </a:extLst>
          </p:cNvPr>
          <p:cNvSpPr/>
          <p:nvPr/>
        </p:nvSpPr>
        <p:spPr>
          <a:xfrm>
            <a:off x="436631" y="934136"/>
            <a:ext cx="7747860" cy="461665"/>
          </a:xfrm>
          <a:prstGeom prst="rect">
            <a:avLst/>
          </a:prstGeom>
        </p:spPr>
        <p:txBody>
          <a:bodyPr wrap="square">
            <a:spAutoFit/>
          </a:bodyPr>
          <a:lstStyle/>
          <a:p>
            <a:pPr>
              <a:buFont typeface="Arial" panose="020B0604020202020204" pitchFamily="34" charset="0"/>
              <a:buChar char="•"/>
            </a:pPr>
            <a:r>
              <a:rPr lang="zh-CN" altLang="en-US" sz="2400"/>
              <a:t>仅仅依靠预测的正确率并无法</a:t>
            </a:r>
            <a:r>
              <a:rPr lang="zh-CN" altLang="en-US" sz="2400" b="1"/>
              <a:t>完全</a:t>
            </a:r>
            <a:r>
              <a:rPr lang="zh-CN" altLang="en-US" sz="2400"/>
              <a:t>体现模型的性能。</a:t>
            </a:r>
            <a:endParaRPr lang="zh-CN" altLang="en-US" sz="2400" spc="100" dirty="0">
              <a:latin typeface=""/>
              <a:ea typeface="微软雅黑" panose="020B0503020204020204" pitchFamily="34" charset="-122"/>
              <a:sym typeface=""/>
            </a:endParaRPr>
          </a:p>
        </p:txBody>
      </p:sp>
      <p:sp>
        <p:nvSpPr>
          <p:cNvPr id="2" name="矩形 1">
            <a:extLst>
              <a:ext uri="{FF2B5EF4-FFF2-40B4-BE49-F238E27FC236}">
                <a16:creationId xmlns:a16="http://schemas.microsoft.com/office/drawing/2014/main" id="{2B797225-FCA3-40DF-AB7A-79A1C3B327EF}"/>
              </a:ext>
            </a:extLst>
          </p:cNvPr>
          <p:cNvSpPr/>
          <p:nvPr/>
        </p:nvSpPr>
        <p:spPr>
          <a:xfrm>
            <a:off x="8184491" y="1048512"/>
            <a:ext cx="1532533" cy="34728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Pos</a:t>
            </a:r>
            <a:endParaRPr lang="zh-CN" altLang="en-US"/>
          </a:p>
        </p:txBody>
      </p:sp>
      <p:sp>
        <p:nvSpPr>
          <p:cNvPr id="11" name="矩形 10">
            <a:extLst>
              <a:ext uri="{FF2B5EF4-FFF2-40B4-BE49-F238E27FC236}">
                <a16:creationId xmlns:a16="http://schemas.microsoft.com/office/drawing/2014/main" id="{09BF80B2-6D97-45FD-A4D3-5645C15C63D8}"/>
              </a:ext>
            </a:extLst>
          </p:cNvPr>
          <p:cNvSpPr/>
          <p:nvPr/>
        </p:nvSpPr>
        <p:spPr>
          <a:xfrm>
            <a:off x="9717025" y="1048512"/>
            <a:ext cx="890016" cy="34728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Neg</a:t>
            </a:r>
            <a:endParaRPr lang="zh-CN" altLang="en-US"/>
          </a:p>
        </p:txBody>
      </p:sp>
      <p:sp>
        <p:nvSpPr>
          <p:cNvPr id="13" name="文本框 12">
            <a:extLst>
              <a:ext uri="{FF2B5EF4-FFF2-40B4-BE49-F238E27FC236}">
                <a16:creationId xmlns:a16="http://schemas.microsoft.com/office/drawing/2014/main" id="{5CF9C8BD-21A9-4E31-A097-32D566431B4A}"/>
              </a:ext>
            </a:extLst>
          </p:cNvPr>
          <p:cNvSpPr txBox="1"/>
          <p:nvPr/>
        </p:nvSpPr>
        <p:spPr>
          <a:xfrm>
            <a:off x="8602969" y="1395801"/>
            <a:ext cx="752130" cy="461665"/>
          </a:xfrm>
          <a:prstGeom prst="rect">
            <a:avLst/>
          </a:prstGeom>
          <a:noFill/>
        </p:spPr>
        <p:txBody>
          <a:bodyPr wrap="none" rtlCol="0">
            <a:spAutoFit/>
          </a:bodyPr>
          <a:lstStyle/>
          <a:p>
            <a:pPr algn="ctr"/>
            <a:r>
              <a:rPr lang="en-US" altLang="zh-CN" sz="2400" b="1">
                <a:latin typeface="Calisto MT" panose="02040603050505030304" pitchFamily="18" charset="0"/>
              </a:rPr>
              <a:t>90%</a:t>
            </a:r>
            <a:endParaRPr lang="zh-CN" altLang="en-US" sz="2400" b="1" dirty="0">
              <a:latin typeface="Calisto MT" panose="02040603050505030304" pitchFamily="18" charset="0"/>
            </a:endParaRPr>
          </a:p>
        </p:txBody>
      </p:sp>
      <p:sp>
        <p:nvSpPr>
          <p:cNvPr id="15" name="文本框 14">
            <a:extLst>
              <a:ext uri="{FF2B5EF4-FFF2-40B4-BE49-F238E27FC236}">
                <a16:creationId xmlns:a16="http://schemas.microsoft.com/office/drawing/2014/main" id="{5EA54E7A-507C-42E0-9DA0-418E0BA91A24}"/>
              </a:ext>
            </a:extLst>
          </p:cNvPr>
          <p:cNvSpPr txBox="1"/>
          <p:nvPr/>
        </p:nvSpPr>
        <p:spPr>
          <a:xfrm>
            <a:off x="9789604" y="1395801"/>
            <a:ext cx="752130" cy="461665"/>
          </a:xfrm>
          <a:prstGeom prst="rect">
            <a:avLst/>
          </a:prstGeom>
          <a:noFill/>
        </p:spPr>
        <p:txBody>
          <a:bodyPr wrap="none" rtlCol="0">
            <a:spAutoFit/>
          </a:bodyPr>
          <a:lstStyle/>
          <a:p>
            <a:pPr algn="ctr"/>
            <a:r>
              <a:rPr lang="en-US" altLang="zh-CN" sz="2400" b="1">
                <a:latin typeface="Calisto MT" panose="02040603050505030304" pitchFamily="18" charset="0"/>
              </a:rPr>
              <a:t>10%</a:t>
            </a:r>
            <a:endParaRPr lang="zh-CN" altLang="en-US" sz="2400" b="1" dirty="0">
              <a:latin typeface="Calisto MT" panose="02040603050505030304" pitchFamily="18" charset="0"/>
            </a:endParaRPr>
          </a:p>
        </p:txBody>
      </p:sp>
      <p:sp>
        <p:nvSpPr>
          <p:cNvPr id="19" name="矩形 18">
            <a:extLst>
              <a:ext uri="{FF2B5EF4-FFF2-40B4-BE49-F238E27FC236}">
                <a16:creationId xmlns:a16="http://schemas.microsoft.com/office/drawing/2014/main" id="{C97133FB-F7FE-439A-B3DA-1CAEC11B746F}"/>
              </a:ext>
            </a:extLst>
          </p:cNvPr>
          <p:cNvSpPr/>
          <p:nvPr/>
        </p:nvSpPr>
        <p:spPr>
          <a:xfrm>
            <a:off x="8184491" y="2109216"/>
            <a:ext cx="2422550" cy="34728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Pos</a:t>
            </a:r>
            <a:endParaRPr lang="zh-CN" altLang="en-US"/>
          </a:p>
        </p:txBody>
      </p:sp>
      <p:sp>
        <p:nvSpPr>
          <p:cNvPr id="21" name="文本框 20">
            <a:extLst>
              <a:ext uri="{FF2B5EF4-FFF2-40B4-BE49-F238E27FC236}">
                <a16:creationId xmlns:a16="http://schemas.microsoft.com/office/drawing/2014/main" id="{EAEE1CAB-BFA6-4459-A7CD-C9A528691998}"/>
              </a:ext>
            </a:extLst>
          </p:cNvPr>
          <p:cNvSpPr txBox="1"/>
          <p:nvPr/>
        </p:nvSpPr>
        <p:spPr>
          <a:xfrm>
            <a:off x="8736773" y="2477422"/>
            <a:ext cx="1630575" cy="461665"/>
          </a:xfrm>
          <a:prstGeom prst="rect">
            <a:avLst/>
          </a:prstGeom>
          <a:noFill/>
        </p:spPr>
        <p:txBody>
          <a:bodyPr wrap="none" rtlCol="0">
            <a:spAutoFit/>
          </a:bodyPr>
          <a:lstStyle/>
          <a:p>
            <a:pPr algn="ctr"/>
            <a:r>
              <a:rPr lang="en-US" altLang="zh-CN" sz="2400" b="1">
                <a:latin typeface="Calisto MT" panose="02040603050505030304" pitchFamily="18" charset="0"/>
              </a:rPr>
              <a:t>Acc = 90%</a:t>
            </a:r>
            <a:endParaRPr lang="zh-CN" altLang="en-US" sz="2400" b="1" dirty="0">
              <a:latin typeface="Calisto MT" panose="02040603050505030304" pitchFamily="18" charset="0"/>
            </a:endParaRPr>
          </a:p>
        </p:txBody>
      </p:sp>
      <p:sp>
        <p:nvSpPr>
          <p:cNvPr id="23" name="文本框 22">
            <a:extLst>
              <a:ext uri="{FF2B5EF4-FFF2-40B4-BE49-F238E27FC236}">
                <a16:creationId xmlns:a16="http://schemas.microsoft.com/office/drawing/2014/main" id="{46CAC166-F0E0-45DD-9C37-9A2746B54FC0}"/>
              </a:ext>
            </a:extLst>
          </p:cNvPr>
          <p:cNvSpPr txBox="1"/>
          <p:nvPr/>
        </p:nvSpPr>
        <p:spPr>
          <a:xfrm>
            <a:off x="10793134" y="1164968"/>
            <a:ext cx="1427583" cy="461665"/>
          </a:xfrm>
          <a:prstGeom prst="rect">
            <a:avLst/>
          </a:prstGeom>
          <a:noFill/>
        </p:spPr>
        <p:txBody>
          <a:bodyPr wrap="square" rtlCol="0">
            <a:spAutoFit/>
          </a:bodyPr>
          <a:lstStyle/>
          <a:p>
            <a:pPr algn="ctr"/>
            <a:r>
              <a:rPr lang="zh-CN" altLang="en-US" sz="2400">
                <a:solidFill>
                  <a:srgbClr val="00B0F0"/>
                </a:solidFill>
                <a:latin typeface="Calisto MT" panose="02040603050505030304" pitchFamily="18" charset="0"/>
              </a:rPr>
              <a:t>数据比例</a:t>
            </a:r>
            <a:endParaRPr lang="zh-CN" altLang="en-US" sz="2400" dirty="0">
              <a:solidFill>
                <a:srgbClr val="00B0F0"/>
              </a:solidFill>
              <a:latin typeface="Calisto MT" panose="02040603050505030304" pitchFamily="18" charset="0"/>
            </a:endParaRPr>
          </a:p>
        </p:txBody>
      </p:sp>
      <p:sp>
        <p:nvSpPr>
          <p:cNvPr id="24" name="文本框 23">
            <a:extLst>
              <a:ext uri="{FF2B5EF4-FFF2-40B4-BE49-F238E27FC236}">
                <a16:creationId xmlns:a16="http://schemas.microsoft.com/office/drawing/2014/main" id="{E3F4039B-EC67-4866-8049-CC4CD7718B4B}"/>
              </a:ext>
            </a:extLst>
          </p:cNvPr>
          <p:cNvSpPr txBox="1"/>
          <p:nvPr/>
        </p:nvSpPr>
        <p:spPr>
          <a:xfrm>
            <a:off x="10764417" y="2282860"/>
            <a:ext cx="1427583" cy="461665"/>
          </a:xfrm>
          <a:prstGeom prst="rect">
            <a:avLst/>
          </a:prstGeom>
          <a:noFill/>
        </p:spPr>
        <p:txBody>
          <a:bodyPr wrap="square" rtlCol="0">
            <a:spAutoFit/>
          </a:bodyPr>
          <a:lstStyle/>
          <a:p>
            <a:pPr algn="ctr"/>
            <a:r>
              <a:rPr lang="zh-CN" altLang="en-US" sz="2400">
                <a:solidFill>
                  <a:srgbClr val="00B0F0"/>
                </a:solidFill>
                <a:latin typeface="Calisto MT" panose="02040603050505030304" pitchFamily="18" charset="0"/>
              </a:rPr>
              <a:t>预测结果</a:t>
            </a:r>
            <a:endParaRPr lang="zh-CN" altLang="en-US" sz="2400" dirty="0">
              <a:solidFill>
                <a:srgbClr val="00B0F0"/>
              </a:solidFill>
              <a:latin typeface="Calisto MT" panose="02040603050505030304" pitchFamily="18" charset="0"/>
            </a:endParaRPr>
          </a:p>
        </p:txBody>
      </p:sp>
      <p:graphicFrame>
        <p:nvGraphicFramePr>
          <p:cNvPr id="3" name="表格 3">
            <a:extLst>
              <a:ext uri="{FF2B5EF4-FFF2-40B4-BE49-F238E27FC236}">
                <a16:creationId xmlns:a16="http://schemas.microsoft.com/office/drawing/2014/main" id="{46309C13-A637-455A-BFDA-5712EF120611}"/>
              </a:ext>
            </a:extLst>
          </p:cNvPr>
          <p:cNvGraphicFramePr>
            <a:graphicFrameLocks noGrp="1"/>
          </p:cNvGraphicFramePr>
          <p:nvPr>
            <p:extLst>
              <p:ext uri="{D42A27DB-BD31-4B8C-83A1-F6EECF244321}">
                <p14:modId xmlns:p14="http://schemas.microsoft.com/office/powerpoint/2010/main" val="4139497192"/>
              </p:ext>
            </p:extLst>
          </p:nvPr>
        </p:nvGraphicFramePr>
        <p:xfrm>
          <a:off x="1424060" y="5462199"/>
          <a:ext cx="8128000" cy="11074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202965565"/>
                    </a:ext>
                  </a:extLst>
                </a:gridCol>
                <a:gridCol w="2032000">
                  <a:extLst>
                    <a:ext uri="{9D8B030D-6E8A-4147-A177-3AD203B41FA5}">
                      <a16:colId xmlns:a16="http://schemas.microsoft.com/office/drawing/2014/main" val="1427697388"/>
                    </a:ext>
                  </a:extLst>
                </a:gridCol>
                <a:gridCol w="2032000">
                  <a:extLst>
                    <a:ext uri="{9D8B030D-6E8A-4147-A177-3AD203B41FA5}">
                      <a16:colId xmlns:a16="http://schemas.microsoft.com/office/drawing/2014/main" val="4253049590"/>
                    </a:ext>
                  </a:extLst>
                </a:gridCol>
                <a:gridCol w="2032000">
                  <a:extLst>
                    <a:ext uri="{9D8B030D-6E8A-4147-A177-3AD203B41FA5}">
                      <a16:colId xmlns:a16="http://schemas.microsoft.com/office/drawing/2014/main" val="2709404966"/>
                    </a:ext>
                  </a:extLst>
                </a:gridCol>
              </a:tblGrid>
              <a:tr h="194394">
                <a:tc>
                  <a:txBody>
                    <a:bodyPr/>
                    <a:lstStyle/>
                    <a:p>
                      <a:pPr algn="ctr"/>
                      <a:endParaRPr lang="zh-CN" altLang="en-US"/>
                    </a:p>
                  </a:txBody>
                  <a:tcPr/>
                </a:tc>
                <a:tc>
                  <a:txBody>
                    <a:bodyPr/>
                    <a:lstStyle/>
                    <a:p>
                      <a:pPr algn="ctr"/>
                      <a:r>
                        <a:rPr lang="en-US" altLang="zh-CN"/>
                        <a:t>Precision</a:t>
                      </a:r>
                      <a:endParaRPr lang="zh-CN" altLang="en-US"/>
                    </a:p>
                  </a:txBody>
                  <a:tcPr/>
                </a:tc>
                <a:tc>
                  <a:txBody>
                    <a:bodyPr/>
                    <a:lstStyle/>
                    <a:p>
                      <a:pPr algn="ctr"/>
                      <a:r>
                        <a:rPr lang="en-US" altLang="zh-CN"/>
                        <a:t>Recall</a:t>
                      </a:r>
                      <a:endParaRPr lang="zh-CN" altLang="en-US"/>
                    </a:p>
                  </a:txBody>
                  <a:tcPr/>
                </a:tc>
                <a:tc>
                  <a:txBody>
                    <a:bodyPr/>
                    <a:lstStyle/>
                    <a:p>
                      <a:pPr algn="ctr"/>
                      <a:r>
                        <a:rPr lang="en-US" altLang="zh-CN"/>
                        <a:t>F1</a:t>
                      </a:r>
                      <a:endParaRPr lang="zh-CN" altLang="en-US"/>
                    </a:p>
                  </a:txBody>
                  <a:tcPr/>
                </a:tc>
                <a:extLst>
                  <a:ext uri="{0D108BD9-81ED-4DB2-BD59-A6C34878D82A}">
                    <a16:rowId xmlns:a16="http://schemas.microsoft.com/office/drawing/2014/main" val="1403265367"/>
                  </a:ext>
                </a:extLst>
              </a:tr>
              <a:tr h="370840">
                <a:tc>
                  <a:txBody>
                    <a:bodyPr/>
                    <a:lstStyle/>
                    <a:p>
                      <a:pPr algn="ctr"/>
                      <a:r>
                        <a:rPr lang="en-US" altLang="zh-CN"/>
                        <a:t>Positive</a:t>
                      </a:r>
                      <a:endParaRPr lang="zh-CN" altLang="en-US"/>
                    </a:p>
                  </a:txBody>
                  <a:tcPr/>
                </a:tc>
                <a:tc>
                  <a:txBody>
                    <a:bodyPr/>
                    <a:lstStyle/>
                    <a:p>
                      <a:pPr algn="ctr"/>
                      <a:r>
                        <a:rPr lang="en-US" altLang="zh-CN"/>
                        <a:t>0.9</a:t>
                      </a:r>
                      <a:endParaRPr lang="zh-CN" altLang="en-US"/>
                    </a:p>
                  </a:txBody>
                  <a:tcPr/>
                </a:tc>
                <a:tc>
                  <a:txBody>
                    <a:bodyPr/>
                    <a:lstStyle/>
                    <a:p>
                      <a:pPr algn="ctr"/>
                      <a:r>
                        <a:rPr lang="en-US" altLang="zh-CN"/>
                        <a:t>1.0</a:t>
                      </a:r>
                      <a:endParaRPr lang="zh-CN" altLang="en-US"/>
                    </a:p>
                  </a:txBody>
                  <a:tcPr/>
                </a:tc>
                <a:tc>
                  <a:txBody>
                    <a:bodyPr/>
                    <a:lstStyle/>
                    <a:p>
                      <a:pPr algn="ctr"/>
                      <a:r>
                        <a:rPr lang="en-US" altLang="zh-CN"/>
                        <a:t>0.947</a:t>
                      </a:r>
                      <a:endParaRPr lang="zh-CN" altLang="en-US"/>
                    </a:p>
                  </a:txBody>
                  <a:tcPr/>
                </a:tc>
                <a:extLst>
                  <a:ext uri="{0D108BD9-81ED-4DB2-BD59-A6C34878D82A}">
                    <a16:rowId xmlns:a16="http://schemas.microsoft.com/office/drawing/2014/main" val="2692649831"/>
                  </a:ext>
                </a:extLst>
              </a:tr>
              <a:tr h="370840">
                <a:tc>
                  <a:txBody>
                    <a:bodyPr/>
                    <a:lstStyle/>
                    <a:p>
                      <a:pPr algn="ctr"/>
                      <a:r>
                        <a:rPr lang="en-US" altLang="zh-CN"/>
                        <a:t>Negative</a:t>
                      </a:r>
                      <a:endParaRPr lang="zh-CN" altLang="en-US"/>
                    </a:p>
                  </a:txBody>
                  <a:tcPr/>
                </a:tc>
                <a:tc>
                  <a:txBody>
                    <a:bodyPr/>
                    <a:lstStyle/>
                    <a:p>
                      <a:pPr algn="ctr"/>
                      <a:r>
                        <a:rPr lang="en-US" altLang="zh-CN">
                          <a:solidFill>
                            <a:srgbClr val="FF0000"/>
                          </a:solidFill>
                        </a:rPr>
                        <a:t>0</a:t>
                      </a:r>
                      <a:endParaRPr lang="zh-CN" altLang="en-US">
                        <a:solidFill>
                          <a:srgbClr val="FF0000"/>
                        </a:solidFill>
                      </a:endParaRPr>
                    </a:p>
                  </a:txBody>
                  <a:tcPr/>
                </a:tc>
                <a:tc>
                  <a:txBody>
                    <a:bodyPr/>
                    <a:lstStyle/>
                    <a:p>
                      <a:pPr marL="0" algn="ctr" defTabSz="914400" rtl="0" eaLnBrk="1" latinLnBrk="0" hangingPunct="1"/>
                      <a:r>
                        <a:rPr lang="en-US" altLang="zh-CN" sz="1800" kern="1200">
                          <a:solidFill>
                            <a:srgbClr val="FF0000"/>
                          </a:solidFill>
                          <a:latin typeface="+mn-lt"/>
                          <a:ea typeface="+mn-ea"/>
                          <a:cs typeface="+mn-cs"/>
                        </a:rPr>
                        <a:t>0</a:t>
                      </a:r>
                      <a:endParaRPr lang="zh-CN" altLang="en-US" sz="1800" kern="1200">
                        <a:solidFill>
                          <a:srgbClr val="FF0000"/>
                        </a:solidFill>
                        <a:latin typeface="+mn-lt"/>
                        <a:ea typeface="+mn-ea"/>
                        <a:cs typeface="+mn-cs"/>
                      </a:endParaRPr>
                    </a:p>
                  </a:txBody>
                  <a:tcPr/>
                </a:tc>
                <a:tc>
                  <a:txBody>
                    <a:bodyPr/>
                    <a:lstStyle/>
                    <a:p>
                      <a:pPr marL="0" algn="ctr" defTabSz="914400" rtl="0" eaLnBrk="1" latinLnBrk="0" hangingPunct="1"/>
                      <a:r>
                        <a:rPr lang="en-US" altLang="zh-CN" sz="1800" kern="1200">
                          <a:solidFill>
                            <a:srgbClr val="FF0000"/>
                          </a:solidFill>
                          <a:latin typeface="+mn-lt"/>
                          <a:ea typeface="+mn-ea"/>
                          <a:cs typeface="+mn-cs"/>
                        </a:rPr>
                        <a:t>0</a:t>
                      </a:r>
                      <a:endParaRPr lang="zh-CN" altLang="en-US" sz="1800" kern="1200">
                        <a:solidFill>
                          <a:srgbClr val="FF0000"/>
                        </a:solidFill>
                        <a:latin typeface="+mn-lt"/>
                        <a:ea typeface="+mn-ea"/>
                        <a:cs typeface="+mn-cs"/>
                      </a:endParaRPr>
                    </a:p>
                  </a:txBody>
                  <a:tcPr/>
                </a:tc>
                <a:extLst>
                  <a:ext uri="{0D108BD9-81ED-4DB2-BD59-A6C34878D82A}">
                    <a16:rowId xmlns:a16="http://schemas.microsoft.com/office/drawing/2014/main" val="1908317228"/>
                  </a:ext>
                </a:extLst>
              </a:tr>
            </a:tbl>
          </a:graphicData>
        </a:graphic>
      </p:graphicFrame>
      <p:pic>
        <p:nvPicPr>
          <p:cNvPr id="3074" name="Picture 2" descr="在这里插入图片描述">
            <a:extLst>
              <a:ext uri="{FF2B5EF4-FFF2-40B4-BE49-F238E27FC236}">
                <a16:creationId xmlns:a16="http://schemas.microsoft.com/office/drawing/2014/main" id="{18D71F0B-E337-4746-95A2-B4A56D543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7489" y="1441887"/>
            <a:ext cx="4575775" cy="1538522"/>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25">
            <a:extLst>
              <a:ext uri="{FF2B5EF4-FFF2-40B4-BE49-F238E27FC236}">
                <a16:creationId xmlns:a16="http://schemas.microsoft.com/office/drawing/2014/main" id="{2A2AD598-978E-46C1-8C3B-BA71316F4EF0}"/>
              </a:ext>
            </a:extLst>
          </p:cNvPr>
          <p:cNvSpPr txBox="1"/>
          <p:nvPr/>
        </p:nvSpPr>
        <p:spPr>
          <a:xfrm>
            <a:off x="1380744" y="3072703"/>
            <a:ext cx="6150864" cy="2308324"/>
          </a:xfrm>
          <a:prstGeom prst="rect">
            <a:avLst/>
          </a:prstGeom>
          <a:noFill/>
        </p:spPr>
        <p:txBody>
          <a:bodyPr wrap="square">
            <a:spAutoFit/>
          </a:bodyPr>
          <a:lstStyle/>
          <a:p>
            <a:r>
              <a:rPr lang="zh-CN" altLang="en-US"/>
              <a:t>召回率（</a:t>
            </a:r>
            <a:r>
              <a:rPr lang="en-US" altLang="zh-CN"/>
              <a:t>Recall</a:t>
            </a:r>
            <a:r>
              <a:rPr lang="zh-CN" altLang="en-US"/>
              <a:t>）衡量的是在所有实际的正例中，模型正确识别出多少正例。它关注的是正类样本的覆盖率。</a:t>
            </a:r>
            <a:endParaRPr lang="en-US" altLang="zh-CN"/>
          </a:p>
          <a:p>
            <a:endParaRPr lang="en-US" altLang="zh-CN"/>
          </a:p>
          <a:p>
            <a:r>
              <a:rPr lang="zh-CN" altLang="en-US"/>
              <a:t>精确率（</a:t>
            </a:r>
            <a:r>
              <a:rPr lang="en-US" altLang="zh-CN"/>
              <a:t>Precision</a:t>
            </a:r>
            <a:r>
              <a:rPr lang="zh-CN" altLang="en-US"/>
              <a:t>）衡量的是在所有被预测为正例的样本中，有多少是真正的正例。它关注的是预测的准确性。</a:t>
            </a:r>
            <a:endParaRPr lang="en-US" altLang="zh-CN"/>
          </a:p>
          <a:p>
            <a:endParaRPr lang="en-US" altLang="zh-CN"/>
          </a:p>
          <a:p>
            <a:r>
              <a:rPr lang="en-US" altLang="zh-CN"/>
              <a:t>F1 </a:t>
            </a:r>
            <a:r>
              <a:rPr lang="zh-CN" altLang="en-US"/>
              <a:t>分数是 </a:t>
            </a:r>
            <a:r>
              <a:rPr lang="en-US" altLang="zh-CN"/>
              <a:t>Precision </a:t>
            </a:r>
            <a:r>
              <a:rPr lang="zh-CN" altLang="en-US"/>
              <a:t>和 </a:t>
            </a:r>
            <a:r>
              <a:rPr lang="en-US" altLang="zh-CN"/>
              <a:t>Recall </a:t>
            </a:r>
            <a:r>
              <a:rPr lang="zh-CN" altLang="en-US"/>
              <a:t>的调和平均数，它提供了一种综合权衡 </a:t>
            </a:r>
            <a:r>
              <a:rPr lang="en-US" altLang="zh-CN"/>
              <a:t>Precision </a:t>
            </a:r>
            <a:r>
              <a:rPr lang="zh-CN" altLang="en-US"/>
              <a:t>和 </a:t>
            </a:r>
            <a:r>
              <a:rPr lang="en-US" altLang="zh-CN"/>
              <a:t>Recall </a:t>
            </a:r>
            <a:r>
              <a:rPr lang="zh-CN" altLang="en-US"/>
              <a:t>的方式。</a:t>
            </a:r>
          </a:p>
        </p:txBody>
      </p:sp>
      <p:pic>
        <p:nvPicPr>
          <p:cNvPr id="8" name="图片 7">
            <a:extLst>
              <a:ext uri="{FF2B5EF4-FFF2-40B4-BE49-F238E27FC236}">
                <a16:creationId xmlns:a16="http://schemas.microsoft.com/office/drawing/2014/main" id="{70853FC3-59CA-4EF6-B12C-C5C9EF49F7E5}"/>
              </a:ext>
            </a:extLst>
          </p:cNvPr>
          <p:cNvPicPr>
            <a:picLocks noChangeAspect="1"/>
          </p:cNvPicPr>
          <p:nvPr/>
        </p:nvPicPr>
        <p:blipFill>
          <a:blip r:embed="rId4"/>
          <a:stretch>
            <a:fillRect/>
          </a:stretch>
        </p:blipFill>
        <p:spPr>
          <a:xfrm>
            <a:off x="7531608" y="3186295"/>
            <a:ext cx="1524000" cy="514350"/>
          </a:xfrm>
          <a:prstGeom prst="rect">
            <a:avLst/>
          </a:prstGeom>
        </p:spPr>
      </p:pic>
      <p:pic>
        <p:nvPicPr>
          <p:cNvPr id="25" name="图片 24">
            <a:extLst>
              <a:ext uri="{FF2B5EF4-FFF2-40B4-BE49-F238E27FC236}">
                <a16:creationId xmlns:a16="http://schemas.microsoft.com/office/drawing/2014/main" id="{4C7E16F5-942C-44AF-9711-07CDF15E48D2}"/>
              </a:ext>
            </a:extLst>
          </p:cNvPr>
          <p:cNvPicPr>
            <a:picLocks noChangeAspect="1"/>
          </p:cNvPicPr>
          <p:nvPr/>
        </p:nvPicPr>
        <p:blipFill>
          <a:blip r:embed="rId5"/>
          <a:stretch>
            <a:fillRect/>
          </a:stretch>
        </p:blipFill>
        <p:spPr>
          <a:xfrm>
            <a:off x="7531608" y="4059653"/>
            <a:ext cx="1790700" cy="447675"/>
          </a:xfrm>
          <a:prstGeom prst="rect">
            <a:avLst/>
          </a:prstGeom>
        </p:spPr>
      </p:pic>
      <p:pic>
        <p:nvPicPr>
          <p:cNvPr id="28" name="图片 27">
            <a:extLst>
              <a:ext uri="{FF2B5EF4-FFF2-40B4-BE49-F238E27FC236}">
                <a16:creationId xmlns:a16="http://schemas.microsoft.com/office/drawing/2014/main" id="{718DFC05-B10F-4260-8B3D-6A4D144E807F}"/>
              </a:ext>
            </a:extLst>
          </p:cNvPr>
          <p:cNvPicPr>
            <a:picLocks noChangeAspect="1"/>
          </p:cNvPicPr>
          <p:nvPr/>
        </p:nvPicPr>
        <p:blipFill>
          <a:blip r:embed="rId6"/>
          <a:stretch>
            <a:fillRect/>
          </a:stretch>
        </p:blipFill>
        <p:spPr>
          <a:xfrm>
            <a:off x="7531608" y="4754221"/>
            <a:ext cx="1943100" cy="466725"/>
          </a:xfrm>
          <a:prstGeom prst="rect">
            <a:avLst/>
          </a:prstGeom>
        </p:spPr>
      </p:pic>
      <mc:AlternateContent xmlns:mc="http://schemas.openxmlformats.org/markup-compatibility/2006">
        <mc:Choice xmlns:a14="http://schemas.microsoft.com/office/drawing/2010/main" Requires="a14">
          <p:sp>
            <p:nvSpPr>
              <p:cNvPr id="18" name="文本框 17">
                <a:extLst>
                  <a:ext uri="{FF2B5EF4-FFF2-40B4-BE49-F238E27FC236}">
                    <a16:creationId xmlns:a16="http://schemas.microsoft.com/office/drawing/2014/main" id="{D8DCBC2C-2351-4928-962C-97E108B51390}"/>
                  </a:ext>
                </a:extLst>
              </p:cNvPr>
              <p:cNvSpPr txBox="1"/>
              <p:nvPr/>
            </p:nvSpPr>
            <p:spPr>
              <a:xfrm>
                <a:off x="9466176" y="3003773"/>
                <a:ext cx="2690160" cy="624145"/>
              </a:xfrm>
              <a:prstGeom prst="rect">
                <a:avLst/>
              </a:prstGeom>
              <a:noFill/>
            </p:spPr>
            <p:txBody>
              <a:bodyPr wrap="none" rtlCol="0">
                <a:spAutoFit/>
              </a:bodyPr>
              <a:lstStyle/>
              <a:p>
                <a:pPr algn="ctr"/>
                <a:r>
                  <a:rPr lang="en-US" altLang="zh-CN" sz="2400" b="1">
                    <a:latin typeface="Calisto MT" panose="02040603050505030304" pitchFamily="18" charset="0"/>
                  </a:rPr>
                  <a:t>Acc =</a:t>
                </a:r>
                <a14:m>
                  <m:oMath xmlns:m="http://schemas.openxmlformats.org/officeDocument/2006/math">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𝑻𝑷</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𝑻𝑵</m:t>
                        </m:r>
                      </m:num>
                      <m:den>
                        <m:r>
                          <a:rPr lang="en-US" altLang="zh-CN" sz="2400" b="1" i="1" smtClean="0">
                            <a:latin typeface="Cambria Math" panose="02040503050406030204" pitchFamily="18" charset="0"/>
                          </a:rPr>
                          <m:t>𝑻𝑷</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𝑻𝑵</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𝑭𝑷</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𝑭𝑵</m:t>
                        </m:r>
                      </m:den>
                    </m:f>
                  </m:oMath>
                </a14:m>
                <a:endParaRPr lang="zh-CN" altLang="en-US" sz="2400" b="1" dirty="0">
                  <a:latin typeface="Calisto MT" panose="02040603050505030304" pitchFamily="18" charset="0"/>
                </a:endParaRPr>
              </a:p>
            </p:txBody>
          </p:sp>
        </mc:Choice>
        <mc:Fallback>
          <p:sp>
            <p:nvSpPr>
              <p:cNvPr id="18" name="文本框 17">
                <a:extLst>
                  <a:ext uri="{FF2B5EF4-FFF2-40B4-BE49-F238E27FC236}">
                    <a16:creationId xmlns:a16="http://schemas.microsoft.com/office/drawing/2014/main" id="{D8DCBC2C-2351-4928-962C-97E108B51390}"/>
                  </a:ext>
                </a:extLst>
              </p:cNvPr>
              <p:cNvSpPr txBox="1">
                <a:spLocks noRot="1" noChangeAspect="1" noMove="1" noResize="1" noEditPoints="1" noAdjustHandles="1" noChangeArrowheads="1" noChangeShapeType="1" noTextEdit="1"/>
              </p:cNvSpPr>
              <p:nvPr/>
            </p:nvSpPr>
            <p:spPr>
              <a:xfrm>
                <a:off x="9466176" y="3003773"/>
                <a:ext cx="2690160" cy="624145"/>
              </a:xfrm>
              <a:prstGeom prst="rect">
                <a:avLst/>
              </a:prstGeom>
              <a:blipFill>
                <a:blip r:embed="rId7"/>
                <a:stretch>
                  <a:fillRect l="-3175" b="-88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19708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30179D3-B91D-C722-2243-4A600B52FE8A}"/>
              </a:ext>
            </a:extLst>
          </p:cNvPr>
          <p:cNvSpPr txBox="1"/>
          <p:nvPr/>
        </p:nvSpPr>
        <p:spPr>
          <a:xfrm>
            <a:off x="4578760" y="94473"/>
            <a:ext cx="2163454" cy="584775"/>
          </a:xfrm>
          <a:prstGeom prst="rect">
            <a:avLst/>
          </a:prstGeom>
          <a:noFill/>
        </p:spPr>
        <p:txBody>
          <a:bodyPr wrap="square">
            <a:spAutoFit/>
          </a:bodyPr>
          <a:lstStyle/>
          <a:p>
            <a:pPr algn="l"/>
            <a:r>
              <a:rPr lang="zh-CN" altLang="en-US" sz="3200" b="1" i="0">
                <a:effectLst/>
                <a:latin typeface="-apple-system"/>
              </a:rPr>
              <a:t>评估模型</a:t>
            </a:r>
            <a:endParaRPr lang="zh-CN" altLang="en-US" sz="3200" b="1" i="0" dirty="0">
              <a:effectLst/>
              <a:latin typeface="-apple-system"/>
            </a:endParaRPr>
          </a:p>
        </p:txBody>
      </p:sp>
      <p:sp>
        <p:nvSpPr>
          <p:cNvPr id="9" name="矩形 8">
            <a:extLst>
              <a:ext uri="{FF2B5EF4-FFF2-40B4-BE49-F238E27FC236}">
                <a16:creationId xmlns:a16="http://schemas.microsoft.com/office/drawing/2014/main" id="{BB3DD95A-A402-4A2A-A8C9-D082B7DBD78C}"/>
              </a:ext>
            </a:extLst>
          </p:cNvPr>
          <p:cNvSpPr/>
          <p:nvPr/>
        </p:nvSpPr>
        <p:spPr>
          <a:xfrm>
            <a:off x="485399" y="1293800"/>
            <a:ext cx="6098281" cy="1200329"/>
          </a:xfrm>
          <a:prstGeom prst="rect">
            <a:avLst/>
          </a:prstGeom>
        </p:spPr>
        <p:txBody>
          <a:bodyPr wrap="square">
            <a:spAutoFit/>
          </a:bodyPr>
          <a:lstStyle/>
          <a:p>
            <a:pPr>
              <a:buFont typeface="Arial" panose="020B0604020202020204" pitchFamily="34" charset="0"/>
              <a:buChar char="•"/>
            </a:pPr>
            <a:r>
              <a:rPr lang="en-US" altLang="zh-CN" sz="2400" b="1">
                <a:solidFill>
                  <a:srgbClr val="4F4F4F"/>
                </a:solidFill>
                <a:latin typeface="PingFang SC"/>
              </a:rPr>
              <a:t>Macro-f1</a:t>
            </a:r>
            <a:r>
              <a:rPr lang="zh-CN" altLang="en-US" sz="2400"/>
              <a:t>是对每类</a:t>
            </a:r>
            <a:r>
              <a:rPr lang="en-US" altLang="zh-CN" sz="2400"/>
              <a:t>F1</a:t>
            </a:r>
            <a:r>
              <a:rPr lang="zh-CN" altLang="en-US" sz="2400"/>
              <a:t>分数计算算术平均值，该方法平等地对待所有类，而不考虑不同类别的重要性。</a:t>
            </a:r>
            <a:endParaRPr lang="zh-CN" altLang="en-US" sz="2400" spc="100" dirty="0">
              <a:latin typeface=""/>
              <a:ea typeface="微软雅黑" panose="020B0503020204020204" pitchFamily="34" charset="-122"/>
              <a:sym typeface=""/>
            </a:endParaRPr>
          </a:p>
        </p:txBody>
      </p:sp>
      <p:pic>
        <p:nvPicPr>
          <p:cNvPr id="1026" name="Picture 2" descr="macro-F1">
            <a:extLst>
              <a:ext uri="{FF2B5EF4-FFF2-40B4-BE49-F238E27FC236}">
                <a16:creationId xmlns:a16="http://schemas.microsoft.com/office/drawing/2014/main" id="{BF5223CF-A5F9-4BB4-9C7F-B60554B655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2214" y="872870"/>
            <a:ext cx="5000779" cy="1961894"/>
          </a:xfrm>
          <a:prstGeom prst="rect">
            <a:avLst/>
          </a:prstGeom>
          <a:noFill/>
          <a:extLst>
            <a:ext uri="{909E8E84-426E-40DD-AFC4-6F175D3DCCD1}">
              <a14:hiddenFill xmlns:a14="http://schemas.microsoft.com/office/drawing/2010/main">
                <a:solidFill>
                  <a:srgbClr val="FFFFFF"/>
                </a:solidFill>
              </a14:hiddenFill>
            </a:ext>
          </a:extLst>
        </p:spPr>
      </p:pic>
      <p:sp>
        <p:nvSpPr>
          <p:cNvPr id="20" name="矩形 19">
            <a:extLst>
              <a:ext uri="{FF2B5EF4-FFF2-40B4-BE49-F238E27FC236}">
                <a16:creationId xmlns:a16="http://schemas.microsoft.com/office/drawing/2014/main" id="{3C005A19-4125-4D7F-91FF-04AC7A989428}"/>
              </a:ext>
            </a:extLst>
          </p:cNvPr>
          <p:cNvSpPr/>
          <p:nvPr/>
        </p:nvSpPr>
        <p:spPr>
          <a:xfrm>
            <a:off x="403021" y="3429000"/>
            <a:ext cx="6098281" cy="1200329"/>
          </a:xfrm>
          <a:prstGeom prst="rect">
            <a:avLst/>
          </a:prstGeom>
        </p:spPr>
        <p:txBody>
          <a:bodyPr wrap="square">
            <a:spAutoFit/>
          </a:bodyPr>
          <a:lstStyle/>
          <a:p>
            <a:pPr>
              <a:buFont typeface="Arial" panose="020B0604020202020204" pitchFamily="34" charset="0"/>
              <a:buChar char="•"/>
            </a:pPr>
            <a:r>
              <a:rPr lang="en-US" altLang="zh-CN" sz="2400" b="1" i="0">
                <a:solidFill>
                  <a:srgbClr val="4F4F4F"/>
                </a:solidFill>
                <a:effectLst/>
                <a:latin typeface="PingFang SC"/>
              </a:rPr>
              <a:t>weighted-f1</a:t>
            </a:r>
            <a:r>
              <a:rPr lang="zh-CN" altLang="en-US" sz="2400"/>
              <a:t>考虑了不同类别的重要性，也就是把每个类别的样本数量作为权重，计算加权</a:t>
            </a:r>
            <a:r>
              <a:rPr lang="en-US" altLang="zh-CN" sz="2400"/>
              <a:t>f1</a:t>
            </a:r>
            <a:r>
              <a:rPr lang="zh-CN" altLang="en-US" sz="2400"/>
              <a:t>。</a:t>
            </a:r>
            <a:endParaRPr lang="zh-CN" altLang="en-US" sz="2400" dirty="0">
              <a:sym typeface=""/>
            </a:endParaRPr>
          </a:p>
        </p:txBody>
      </p:sp>
      <p:pic>
        <p:nvPicPr>
          <p:cNvPr id="1028" name="Picture 4" descr="weighted-f1">
            <a:extLst>
              <a:ext uri="{FF2B5EF4-FFF2-40B4-BE49-F238E27FC236}">
                <a16:creationId xmlns:a16="http://schemas.microsoft.com/office/drawing/2014/main" id="{E0E0A519-4A4D-4375-8223-BEE2284989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2214" y="2834764"/>
            <a:ext cx="4973850" cy="1904052"/>
          </a:xfrm>
          <a:prstGeom prst="rect">
            <a:avLst/>
          </a:prstGeom>
          <a:noFill/>
          <a:extLst>
            <a:ext uri="{909E8E84-426E-40DD-AFC4-6F175D3DCCD1}">
              <a14:hiddenFill xmlns:a14="http://schemas.microsoft.com/office/drawing/2010/main">
                <a:solidFill>
                  <a:srgbClr val="FFFFFF"/>
                </a:solidFill>
              </a14:hiddenFill>
            </a:ext>
          </a:extLst>
        </p:spPr>
      </p:pic>
      <p:sp>
        <p:nvSpPr>
          <p:cNvPr id="22" name="矩形 21">
            <a:extLst>
              <a:ext uri="{FF2B5EF4-FFF2-40B4-BE49-F238E27FC236}">
                <a16:creationId xmlns:a16="http://schemas.microsoft.com/office/drawing/2014/main" id="{B40C1E02-527C-43E6-BDAC-F683660E4426}"/>
              </a:ext>
            </a:extLst>
          </p:cNvPr>
          <p:cNvSpPr/>
          <p:nvPr/>
        </p:nvSpPr>
        <p:spPr>
          <a:xfrm>
            <a:off x="209433" y="5193867"/>
            <a:ext cx="6098281" cy="1569660"/>
          </a:xfrm>
          <a:prstGeom prst="rect">
            <a:avLst/>
          </a:prstGeom>
        </p:spPr>
        <p:txBody>
          <a:bodyPr wrap="square">
            <a:spAutoFit/>
          </a:bodyPr>
          <a:lstStyle/>
          <a:p>
            <a:pPr>
              <a:buFont typeface="Arial" panose="020B0604020202020204" pitchFamily="34" charset="0"/>
              <a:buChar char="•"/>
            </a:pPr>
            <a:r>
              <a:rPr lang="en-US" altLang="zh-CN" sz="2400" b="1" i="0">
                <a:solidFill>
                  <a:srgbClr val="4F4F4F"/>
                </a:solidFill>
                <a:effectLst/>
                <a:latin typeface="PingFang SC"/>
              </a:rPr>
              <a:t>Micro-f1</a:t>
            </a:r>
            <a:r>
              <a:rPr lang="zh-CN" altLang="en-US" sz="2400"/>
              <a:t>通过计算全局的</a:t>
            </a:r>
            <a:r>
              <a:rPr lang="en-US" altLang="zh-CN" sz="2400"/>
              <a:t>TP</a:t>
            </a:r>
            <a:r>
              <a:rPr lang="zh-CN" altLang="en-US" sz="2400"/>
              <a:t>、</a:t>
            </a:r>
            <a:r>
              <a:rPr lang="en-US" altLang="zh-CN" sz="2400"/>
              <a:t>FN</a:t>
            </a:r>
            <a:r>
              <a:rPr lang="zh-CN" altLang="en-US" sz="2400"/>
              <a:t>和</a:t>
            </a:r>
            <a:r>
              <a:rPr lang="en-US" altLang="zh-CN" sz="2400"/>
              <a:t>FP</a:t>
            </a:r>
            <a:r>
              <a:rPr lang="zh-CN" altLang="en-US" sz="2400"/>
              <a:t>来计算</a:t>
            </a:r>
            <a:r>
              <a:rPr lang="en-US" altLang="zh-CN" sz="2400"/>
              <a:t>F1</a:t>
            </a:r>
            <a:r>
              <a:rPr lang="zh-CN" altLang="en-US" sz="2400"/>
              <a:t>分数。我们首先将所有类别的</a:t>
            </a:r>
            <a:r>
              <a:rPr lang="en-US" altLang="zh-CN" sz="2400"/>
              <a:t>TP</a:t>
            </a:r>
            <a:r>
              <a:rPr lang="zh-CN" altLang="en-US" sz="2400"/>
              <a:t>、</a:t>
            </a:r>
            <a:r>
              <a:rPr lang="en-US" altLang="zh-CN" sz="2400"/>
              <a:t>FP</a:t>
            </a:r>
            <a:r>
              <a:rPr lang="zh-CN" altLang="en-US" sz="2400"/>
              <a:t>和</a:t>
            </a:r>
            <a:r>
              <a:rPr lang="en-US" altLang="zh-CN" sz="2400"/>
              <a:t>FN</a:t>
            </a:r>
            <a:r>
              <a:rPr lang="zh-CN" altLang="en-US" sz="2400"/>
              <a:t>值相加，然后将它们代入</a:t>
            </a:r>
            <a:r>
              <a:rPr lang="en-US" altLang="zh-CN" sz="2400"/>
              <a:t>F1</a:t>
            </a:r>
            <a:r>
              <a:rPr lang="zh-CN" altLang="en-US" sz="2400"/>
              <a:t>方程中，得到我们的</a:t>
            </a:r>
            <a:r>
              <a:rPr lang="en-US" altLang="zh-CN" sz="2400"/>
              <a:t>micro-f1</a:t>
            </a:r>
            <a:r>
              <a:rPr lang="zh-CN" altLang="en-US" sz="2400"/>
              <a:t>分数。</a:t>
            </a:r>
            <a:endParaRPr lang="zh-CN" altLang="en-US" sz="2400" dirty="0">
              <a:sym typeface=""/>
            </a:endParaRPr>
          </a:p>
        </p:txBody>
      </p:sp>
      <p:pic>
        <p:nvPicPr>
          <p:cNvPr id="1030" name="Picture 6" descr="在这里插入图片描述">
            <a:extLst>
              <a:ext uri="{FF2B5EF4-FFF2-40B4-BE49-F238E27FC236}">
                <a16:creationId xmlns:a16="http://schemas.microsoft.com/office/drawing/2014/main" id="{8835BCBB-3B0C-4299-835E-91C0C143A5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2214" y="4796658"/>
            <a:ext cx="4998462" cy="1795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990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30179D3-B91D-C722-2243-4A600B52FE8A}"/>
              </a:ext>
            </a:extLst>
          </p:cNvPr>
          <p:cNvSpPr txBox="1"/>
          <p:nvPr/>
        </p:nvSpPr>
        <p:spPr>
          <a:xfrm>
            <a:off x="4578760" y="94473"/>
            <a:ext cx="2163454" cy="584775"/>
          </a:xfrm>
          <a:prstGeom prst="rect">
            <a:avLst/>
          </a:prstGeom>
          <a:noFill/>
        </p:spPr>
        <p:txBody>
          <a:bodyPr wrap="square">
            <a:spAutoFit/>
          </a:bodyPr>
          <a:lstStyle/>
          <a:p>
            <a:pPr algn="l"/>
            <a:r>
              <a:rPr lang="zh-CN" altLang="en-US" sz="3200" b="1" i="0">
                <a:effectLst/>
                <a:latin typeface="-apple-system"/>
              </a:rPr>
              <a:t>评估模型</a:t>
            </a:r>
            <a:endParaRPr lang="zh-CN" altLang="en-US" sz="3200" b="1" i="0" dirty="0">
              <a:effectLst/>
              <a:latin typeface="-apple-system"/>
            </a:endParaRPr>
          </a:p>
        </p:txBody>
      </p:sp>
      <p:sp>
        <p:nvSpPr>
          <p:cNvPr id="9" name="矩形 8">
            <a:extLst>
              <a:ext uri="{FF2B5EF4-FFF2-40B4-BE49-F238E27FC236}">
                <a16:creationId xmlns:a16="http://schemas.microsoft.com/office/drawing/2014/main" id="{BB3DD95A-A402-4A2A-A8C9-D082B7DBD78C}"/>
              </a:ext>
            </a:extLst>
          </p:cNvPr>
          <p:cNvSpPr/>
          <p:nvPr/>
        </p:nvSpPr>
        <p:spPr>
          <a:xfrm>
            <a:off x="1142746" y="947811"/>
            <a:ext cx="9035482" cy="461665"/>
          </a:xfrm>
          <a:prstGeom prst="rect">
            <a:avLst/>
          </a:prstGeom>
          <a:solidFill>
            <a:schemeClr val="tx1"/>
          </a:solidFill>
        </p:spPr>
        <p:txBody>
          <a:bodyPr wrap="square">
            <a:spAutoFit/>
          </a:bodyPr>
          <a:lstStyle/>
          <a:p>
            <a:r>
              <a:rPr lang="en-US" altLang="zh-CN" sz="2400" b="0">
                <a:solidFill>
                  <a:srgbClr val="C586C0"/>
                </a:solidFill>
                <a:effectLst/>
                <a:latin typeface="Consolas" panose="020B0609020204030204" pitchFamily="49" charset="0"/>
              </a:rPr>
              <a:t>from</a:t>
            </a:r>
            <a:r>
              <a:rPr lang="en-US" altLang="zh-CN" sz="2400" b="0">
                <a:solidFill>
                  <a:srgbClr val="CCCCCC"/>
                </a:solidFill>
                <a:effectLst/>
                <a:latin typeface="Consolas" panose="020B0609020204030204" pitchFamily="49" charset="0"/>
              </a:rPr>
              <a:t> </a:t>
            </a:r>
            <a:r>
              <a:rPr lang="en-US" altLang="zh-CN" sz="2400" b="0">
                <a:solidFill>
                  <a:srgbClr val="4EC9B0"/>
                </a:solidFill>
                <a:effectLst/>
                <a:latin typeface="Consolas" panose="020B0609020204030204" pitchFamily="49" charset="0"/>
              </a:rPr>
              <a:t>sklearn</a:t>
            </a:r>
            <a:r>
              <a:rPr lang="en-US" altLang="zh-CN" sz="2400" b="0">
                <a:solidFill>
                  <a:srgbClr val="CCCCCC"/>
                </a:solidFill>
                <a:effectLst/>
                <a:latin typeface="Consolas" panose="020B0609020204030204" pitchFamily="49" charset="0"/>
              </a:rPr>
              <a:t>.</a:t>
            </a:r>
            <a:r>
              <a:rPr lang="en-US" altLang="zh-CN" sz="2400" b="0">
                <a:solidFill>
                  <a:srgbClr val="4EC9B0"/>
                </a:solidFill>
                <a:effectLst/>
                <a:latin typeface="Consolas" panose="020B0609020204030204" pitchFamily="49" charset="0"/>
              </a:rPr>
              <a:t>metrics</a:t>
            </a:r>
            <a:r>
              <a:rPr lang="en-US" altLang="zh-CN" sz="2400" b="0">
                <a:solidFill>
                  <a:srgbClr val="CCCCCC"/>
                </a:solidFill>
                <a:effectLst/>
                <a:latin typeface="Consolas" panose="020B0609020204030204" pitchFamily="49" charset="0"/>
              </a:rPr>
              <a:t> </a:t>
            </a:r>
            <a:r>
              <a:rPr lang="en-US" altLang="zh-CN" sz="2400" b="0">
                <a:solidFill>
                  <a:srgbClr val="C586C0"/>
                </a:solidFill>
                <a:effectLst/>
                <a:latin typeface="Consolas" panose="020B0609020204030204" pitchFamily="49" charset="0"/>
              </a:rPr>
              <a:t>import</a:t>
            </a:r>
            <a:r>
              <a:rPr lang="en-US" altLang="zh-CN" sz="2400">
                <a:solidFill>
                  <a:srgbClr val="CCCCCC"/>
                </a:solidFill>
                <a:latin typeface="Consolas" panose="020B0609020204030204" pitchFamily="49" charset="0"/>
              </a:rPr>
              <a:t> </a:t>
            </a:r>
            <a:r>
              <a:rPr lang="en-US" altLang="zh-CN" sz="2400" b="0">
                <a:solidFill>
                  <a:srgbClr val="DCDCAA"/>
                </a:solidFill>
                <a:effectLst/>
                <a:latin typeface="Consolas" panose="020B0609020204030204" pitchFamily="49" charset="0"/>
              </a:rPr>
              <a:t>classification_report</a:t>
            </a:r>
            <a:endParaRPr lang="en-US" altLang="zh-CN" sz="2400" b="0">
              <a:solidFill>
                <a:srgbClr val="CCCCCC"/>
              </a:solidFill>
              <a:effectLst/>
              <a:latin typeface="Consolas" panose="020B0609020204030204" pitchFamily="49" charset="0"/>
            </a:endParaRPr>
          </a:p>
        </p:txBody>
      </p:sp>
      <p:sp>
        <p:nvSpPr>
          <p:cNvPr id="10" name="文本框 9">
            <a:extLst>
              <a:ext uri="{FF2B5EF4-FFF2-40B4-BE49-F238E27FC236}">
                <a16:creationId xmlns:a16="http://schemas.microsoft.com/office/drawing/2014/main" id="{50936F60-AA71-457A-A09A-CD002AACAD9F}"/>
              </a:ext>
            </a:extLst>
          </p:cNvPr>
          <p:cNvSpPr txBox="1"/>
          <p:nvPr/>
        </p:nvSpPr>
        <p:spPr>
          <a:xfrm>
            <a:off x="770733" y="1987366"/>
            <a:ext cx="9779508" cy="646331"/>
          </a:xfrm>
          <a:prstGeom prst="rect">
            <a:avLst/>
          </a:prstGeom>
          <a:solidFill>
            <a:schemeClr val="tx1"/>
          </a:solidFill>
        </p:spPr>
        <p:txBody>
          <a:bodyPr wrap="square">
            <a:spAutoFit/>
          </a:bodyPr>
          <a:lstStyle/>
          <a:p>
            <a:r>
              <a:rPr lang="en-US" altLang="zh-CN" b="0">
                <a:solidFill>
                  <a:srgbClr val="9CDCFE"/>
                </a:solidFill>
                <a:effectLst/>
                <a:latin typeface="Consolas" panose="020B0609020204030204" pitchFamily="49" charset="0"/>
              </a:rPr>
              <a:t>report</a:t>
            </a:r>
            <a:r>
              <a:rPr lang="en-US" altLang="zh-CN" b="0">
                <a:solidFill>
                  <a:srgbClr val="CCCCCC"/>
                </a:solidFill>
                <a:effectLst/>
                <a:latin typeface="Consolas" panose="020B0609020204030204" pitchFamily="49" charset="0"/>
              </a:rPr>
              <a:t> </a:t>
            </a:r>
            <a:r>
              <a:rPr lang="en-US" altLang="zh-CN" b="0">
                <a:solidFill>
                  <a:srgbClr val="D4D4D4"/>
                </a:solidFill>
                <a:effectLst/>
                <a:latin typeface="Consolas" panose="020B0609020204030204" pitchFamily="49" charset="0"/>
              </a:rPr>
              <a:t>=</a:t>
            </a:r>
            <a:r>
              <a:rPr lang="en-US" altLang="zh-CN" b="0">
                <a:solidFill>
                  <a:srgbClr val="CCCCCC"/>
                </a:solidFill>
                <a:effectLst/>
                <a:latin typeface="Consolas" panose="020B0609020204030204" pitchFamily="49" charset="0"/>
              </a:rPr>
              <a:t> </a:t>
            </a:r>
            <a:r>
              <a:rPr lang="en-US" altLang="zh-CN" b="0">
                <a:solidFill>
                  <a:srgbClr val="DCDCAA"/>
                </a:solidFill>
                <a:effectLst/>
                <a:latin typeface="Consolas" panose="020B0609020204030204" pitchFamily="49" charset="0"/>
              </a:rPr>
              <a:t>classification_report</a:t>
            </a:r>
            <a:r>
              <a:rPr lang="en-US" altLang="zh-CN" b="0">
                <a:solidFill>
                  <a:srgbClr val="CCCCCC"/>
                </a:solidFill>
                <a:effectLst/>
                <a:latin typeface="Consolas" panose="020B0609020204030204" pitchFamily="49" charset="0"/>
              </a:rPr>
              <a:t>(</a:t>
            </a:r>
            <a:r>
              <a:rPr lang="en-US" altLang="zh-CN" b="0">
                <a:solidFill>
                  <a:srgbClr val="4EC9B0"/>
                </a:solidFill>
                <a:effectLst/>
                <a:latin typeface="Consolas" panose="020B0609020204030204" pitchFamily="49" charset="0"/>
              </a:rPr>
              <a:t>np</a:t>
            </a:r>
            <a:r>
              <a:rPr lang="en-US" altLang="zh-CN" b="0">
                <a:solidFill>
                  <a:srgbClr val="CCCCCC"/>
                </a:solidFill>
                <a:effectLst/>
                <a:latin typeface="Consolas" panose="020B0609020204030204" pitchFamily="49" charset="0"/>
              </a:rPr>
              <a:t>.concatenate(</a:t>
            </a:r>
            <a:r>
              <a:rPr lang="en-US" altLang="zh-CN" b="0">
                <a:solidFill>
                  <a:srgbClr val="9CDCFE"/>
                </a:solidFill>
                <a:effectLst/>
                <a:latin typeface="Consolas" panose="020B0609020204030204" pitchFamily="49" charset="0"/>
              </a:rPr>
              <a:t>labels</a:t>
            </a:r>
            <a:r>
              <a:rPr lang="en-US" altLang="zh-CN" b="0">
                <a:solidFill>
                  <a:srgbClr val="CCCCCC"/>
                </a:solidFill>
                <a:effectLst/>
                <a:latin typeface="Consolas" panose="020B0609020204030204" pitchFamily="49" charset="0"/>
              </a:rPr>
              <a:t>), </a:t>
            </a:r>
            <a:r>
              <a:rPr lang="en-US" altLang="zh-CN" b="0">
                <a:solidFill>
                  <a:srgbClr val="4EC9B0"/>
                </a:solidFill>
                <a:effectLst/>
                <a:latin typeface="Consolas" panose="020B0609020204030204" pitchFamily="49" charset="0"/>
              </a:rPr>
              <a:t>np</a:t>
            </a:r>
            <a:r>
              <a:rPr lang="en-US" altLang="zh-CN" b="0">
                <a:solidFill>
                  <a:srgbClr val="CCCCCC"/>
                </a:solidFill>
                <a:effectLst/>
                <a:latin typeface="Consolas" panose="020B0609020204030204" pitchFamily="49" charset="0"/>
              </a:rPr>
              <a:t>.concatenate(</a:t>
            </a:r>
            <a:r>
              <a:rPr lang="en-US" altLang="zh-CN" b="0">
                <a:solidFill>
                  <a:srgbClr val="9CDCFE"/>
                </a:solidFill>
                <a:effectLst/>
                <a:latin typeface="Consolas" panose="020B0609020204030204" pitchFamily="49" charset="0"/>
              </a:rPr>
              <a:t>preds</a:t>
            </a:r>
            <a:r>
              <a:rPr lang="en-US" altLang="zh-CN" b="0">
                <a:solidFill>
                  <a:srgbClr val="CCCCCC"/>
                </a:solidFill>
                <a:effectLst/>
                <a:latin typeface="Consolas" panose="020B0609020204030204" pitchFamily="49" charset="0"/>
              </a:rPr>
              <a:t>), </a:t>
            </a:r>
            <a:r>
              <a:rPr lang="en-US" altLang="zh-CN" b="0">
                <a:solidFill>
                  <a:srgbClr val="9CDCFE"/>
                </a:solidFill>
                <a:effectLst/>
                <a:latin typeface="Consolas" panose="020B0609020204030204" pitchFamily="49" charset="0"/>
              </a:rPr>
              <a:t>target_names</a:t>
            </a:r>
            <a:r>
              <a:rPr lang="en-US" altLang="zh-CN" b="0">
                <a:solidFill>
                  <a:srgbClr val="D4D4D4"/>
                </a:solidFill>
                <a:effectLst/>
                <a:latin typeface="Consolas" panose="020B0609020204030204" pitchFamily="49" charset="0"/>
              </a:rPr>
              <a:t>=</a:t>
            </a:r>
            <a:r>
              <a:rPr lang="en-US" altLang="zh-CN" b="0">
                <a:solidFill>
                  <a:srgbClr val="CCCCCC"/>
                </a:solidFill>
                <a:effectLst/>
                <a:latin typeface="Consolas" panose="020B0609020204030204" pitchFamily="49" charset="0"/>
              </a:rPr>
              <a:t>[</a:t>
            </a:r>
            <a:r>
              <a:rPr lang="en-US" altLang="zh-CN" b="0">
                <a:solidFill>
                  <a:srgbClr val="CE9178"/>
                </a:solidFill>
                <a:effectLst/>
                <a:latin typeface="Consolas" panose="020B0609020204030204" pitchFamily="49" charset="0"/>
              </a:rPr>
              <a:t>'Fake News'</a:t>
            </a:r>
            <a:r>
              <a:rPr lang="en-US" altLang="zh-CN" b="0">
                <a:solidFill>
                  <a:srgbClr val="CCCCCC"/>
                </a:solidFill>
                <a:effectLst/>
                <a:latin typeface="Consolas" panose="020B0609020204030204" pitchFamily="49" charset="0"/>
              </a:rPr>
              <a:t>, </a:t>
            </a:r>
            <a:r>
              <a:rPr lang="en-US" altLang="zh-CN" b="0">
                <a:solidFill>
                  <a:srgbClr val="CE9178"/>
                </a:solidFill>
                <a:effectLst/>
                <a:latin typeface="Consolas" panose="020B0609020204030204" pitchFamily="49" charset="0"/>
              </a:rPr>
              <a:t>'Real News'</a:t>
            </a:r>
            <a:r>
              <a:rPr lang="en-US" altLang="zh-CN" b="0">
                <a:solidFill>
                  <a:srgbClr val="CCCCCC"/>
                </a:solidFill>
                <a:effectLst/>
                <a:latin typeface="Consolas" panose="020B0609020204030204" pitchFamily="49" charset="0"/>
              </a:rPr>
              <a:t>], </a:t>
            </a:r>
            <a:r>
              <a:rPr lang="en-US" altLang="zh-CN" b="0">
                <a:solidFill>
                  <a:srgbClr val="9CDCFE"/>
                </a:solidFill>
                <a:effectLst/>
                <a:latin typeface="Consolas" panose="020B0609020204030204" pitchFamily="49" charset="0"/>
              </a:rPr>
              <a:t>digits</a:t>
            </a:r>
            <a:r>
              <a:rPr lang="en-US" altLang="zh-CN" b="0">
                <a:solidFill>
                  <a:srgbClr val="D4D4D4"/>
                </a:solidFill>
                <a:effectLst/>
                <a:latin typeface="Consolas" panose="020B0609020204030204" pitchFamily="49" charset="0"/>
              </a:rPr>
              <a:t>=</a:t>
            </a:r>
            <a:r>
              <a:rPr lang="en-US" altLang="zh-CN" b="0">
                <a:solidFill>
                  <a:srgbClr val="B5CEA8"/>
                </a:solidFill>
                <a:effectLst/>
                <a:latin typeface="Consolas" panose="020B0609020204030204" pitchFamily="49" charset="0"/>
              </a:rPr>
              <a:t>3</a:t>
            </a:r>
            <a:r>
              <a:rPr lang="en-US" altLang="zh-CN" b="0">
                <a:solidFill>
                  <a:srgbClr val="CCCCCC"/>
                </a:solidFill>
                <a:effectLst/>
                <a:latin typeface="Consolas" panose="020B0609020204030204" pitchFamily="49" charset="0"/>
              </a:rPr>
              <a:t>)</a:t>
            </a:r>
          </a:p>
        </p:txBody>
      </p:sp>
      <p:pic>
        <p:nvPicPr>
          <p:cNvPr id="3" name="图片 2">
            <a:extLst>
              <a:ext uri="{FF2B5EF4-FFF2-40B4-BE49-F238E27FC236}">
                <a16:creationId xmlns:a16="http://schemas.microsoft.com/office/drawing/2014/main" id="{10F2BC75-8D23-41D0-A226-EBB93560A50E}"/>
              </a:ext>
            </a:extLst>
          </p:cNvPr>
          <p:cNvPicPr>
            <a:picLocks noChangeAspect="1"/>
          </p:cNvPicPr>
          <p:nvPr/>
        </p:nvPicPr>
        <p:blipFill>
          <a:blip r:embed="rId3"/>
          <a:stretch>
            <a:fillRect/>
          </a:stretch>
        </p:blipFill>
        <p:spPr>
          <a:xfrm>
            <a:off x="2702335" y="4580751"/>
            <a:ext cx="5097236" cy="1844580"/>
          </a:xfrm>
          <a:prstGeom prst="rect">
            <a:avLst/>
          </a:prstGeom>
        </p:spPr>
      </p:pic>
      <p:sp>
        <p:nvSpPr>
          <p:cNvPr id="12" name="文本框 11">
            <a:extLst>
              <a:ext uri="{FF2B5EF4-FFF2-40B4-BE49-F238E27FC236}">
                <a16:creationId xmlns:a16="http://schemas.microsoft.com/office/drawing/2014/main" id="{C87C3557-A9D3-4026-ACDB-B5F42F4A6336}"/>
              </a:ext>
            </a:extLst>
          </p:cNvPr>
          <p:cNvSpPr txBox="1"/>
          <p:nvPr/>
        </p:nvSpPr>
        <p:spPr>
          <a:xfrm>
            <a:off x="5512452" y="1539594"/>
            <a:ext cx="1427583" cy="461665"/>
          </a:xfrm>
          <a:prstGeom prst="rect">
            <a:avLst/>
          </a:prstGeom>
          <a:noFill/>
        </p:spPr>
        <p:txBody>
          <a:bodyPr wrap="square" rtlCol="0">
            <a:spAutoFit/>
          </a:bodyPr>
          <a:lstStyle/>
          <a:p>
            <a:pPr algn="ctr"/>
            <a:r>
              <a:rPr lang="zh-CN" altLang="en-US" sz="2400">
                <a:solidFill>
                  <a:srgbClr val="00B0F0"/>
                </a:solidFill>
                <a:latin typeface="Calisto MT" panose="02040603050505030304" pitchFamily="18" charset="0"/>
              </a:rPr>
              <a:t>真实标签</a:t>
            </a:r>
            <a:endParaRPr lang="zh-CN" altLang="en-US" sz="2400" dirty="0">
              <a:solidFill>
                <a:srgbClr val="00B0F0"/>
              </a:solidFill>
              <a:latin typeface="Calisto MT" panose="02040603050505030304" pitchFamily="18" charset="0"/>
            </a:endParaRPr>
          </a:p>
        </p:txBody>
      </p:sp>
      <p:sp>
        <p:nvSpPr>
          <p:cNvPr id="13" name="文本框 12">
            <a:extLst>
              <a:ext uri="{FF2B5EF4-FFF2-40B4-BE49-F238E27FC236}">
                <a16:creationId xmlns:a16="http://schemas.microsoft.com/office/drawing/2014/main" id="{0064B621-7AAC-41FC-BC33-66C40E90C634}"/>
              </a:ext>
            </a:extLst>
          </p:cNvPr>
          <p:cNvSpPr txBox="1"/>
          <p:nvPr/>
        </p:nvSpPr>
        <p:spPr>
          <a:xfrm>
            <a:off x="8383668" y="1549092"/>
            <a:ext cx="1427583" cy="461665"/>
          </a:xfrm>
          <a:prstGeom prst="rect">
            <a:avLst/>
          </a:prstGeom>
          <a:noFill/>
        </p:spPr>
        <p:txBody>
          <a:bodyPr wrap="square" rtlCol="0">
            <a:spAutoFit/>
          </a:bodyPr>
          <a:lstStyle/>
          <a:p>
            <a:pPr algn="ctr"/>
            <a:r>
              <a:rPr lang="zh-CN" altLang="en-US" sz="2400">
                <a:solidFill>
                  <a:srgbClr val="00B0F0"/>
                </a:solidFill>
                <a:latin typeface="Calisto MT" panose="02040603050505030304" pitchFamily="18" charset="0"/>
              </a:rPr>
              <a:t>预测标签</a:t>
            </a:r>
            <a:endParaRPr lang="zh-CN" altLang="en-US" sz="2400" dirty="0">
              <a:solidFill>
                <a:srgbClr val="00B0F0"/>
              </a:solidFill>
              <a:latin typeface="Calisto MT" panose="02040603050505030304" pitchFamily="18" charset="0"/>
            </a:endParaRPr>
          </a:p>
        </p:txBody>
      </p:sp>
      <p:sp>
        <p:nvSpPr>
          <p:cNvPr id="14" name="文本框 13">
            <a:extLst>
              <a:ext uri="{FF2B5EF4-FFF2-40B4-BE49-F238E27FC236}">
                <a16:creationId xmlns:a16="http://schemas.microsoft.com/office/drawing/2014/main" id="{C70E2160-2640-44B8-B482-263B896761D3}"/>
              </a:ext>
            </a:extLst>
          </p:cNvPr>
          <p:cNvSpPr txBox="1"/>
          <p:nvPr/>
        </p:nvSpPr>
        <p:spPr>
          <a:xfrm>
            <a:off x="934356" y="2665970"/>
            <a:ext cx="3405996" cy="830997"/>
          </a:xfrm>
          <a:prstGeom prst="rect">
            <a:avLst/>
          </a:prstGeom>
          <a:noFill/>
        </p:spPr>
        <p:txBody>
          <a:bodyPr wrap="square" rtlCol="0">
            <a:spAutoFit/>
          </a:bodyPr>
          <a:lstStyle/>
          <a:p>
            <a:pPr algn="ctr"/>
            <a:r>
              <a:rPr lang="zh-CN" altLang="en-US" sz="2400">
                <a:solidFill>
                  <a:srgbClr val="00B0F0"/>
                </a:solidFill>
                <a:latin typeface="Calisto MT" panose="02040603050505030304" pitchFamily="18" charset="0"/>
              </a:rPr>
              <a:t>类别名称</a:t>
            </a:r>
            <a:endParaRPr lang="en-US" altLang="zh-CN" sz="2400">
              <a:solidFill>
                <a:srgbClr val="00B0F0"/>
              </a:solidFill>
              <a:latin typeface="Calisto MT" panose="02040603050505030304" pitchFamily="18" charset="0"/>
            </a:endParaRPr>
          </a:p>
          <a:p>
            <a:pPr algn="ctr"/>
            <a:r>
              <a:rPr lang="en-US" altLang="zh-CN" sz="2400">
                <a:solidFill>
                  <a:srgbClr val="00B0F0"/>
                </a:solidFill>
                <a:latin typeface="Calisto MT" panose="02040603050505030304" pitchFamily="18" charset="0"/>
              </a:rPr>
              <a:t>(</a:t>
            </a:r>
            <a:r>
              <a:rPr lang="zh-CN" altLang="en-US" sz="2400">
                <a:solidFill>
                  <a:srgbClr val="00B0F0"/>
                </a:solidFill>
                <a:latin typeface="Calisto MT" panose="02040603050505030304" pitchFamily="18" charset="0"/>
              </a:rPr>
              <a:t>根据需要进行修改</a:t>
            </a:r>
            <a:r>
              <a:rPr lang="en-US" altLang="zh-CN" sz="2400">
                <a:solidFill>
                  <a:srgbClr val="00B0F0"/>
                </a:solidFill>
                <a:latin typeface="Calisto MT" panose="02040603050505030304" pitchFamily="18" charset="0"/>
              </a:rPr>
              <a:t>)</a:t>
            </a:r>
            <a:endParaRPr lang="zh-CN" altLang="en-US" sz="2400" dirty="0">
              <a:solidFill>
                <a:srgbClr val="00B0F0"/>
              </a:solidFill>
              <a:latin typeface="Calisto MT" panose="02040603050505030304" pitchFamily="18" charset="0"/>
            </a:endParaRPr>
          </a:p>
        </p:txBody>
      </p:sp>
      <p:sp>
        <p:nvSpPr>
          <p:cNvPr id="15" name="文本框 14">
            <a:extLst>
              <a:ext uri="{FF2B5EF4-FFF2-40B4-BE49-F238E27FC236}">
                <a16:creationId xmlns:a16="http://schemas.microsoft.com/office/drawing/2014/main" id="{A16AAC98-7B42-40B3-B290-20C33FE4BFA6}"/>
              </a:ext>
            </a:extLst>
          </p:cNvPr>
          <p:cNvSpPr txBox="1"/>
          <p:nvPr/>
        </p:nvSpPr>
        <p:spPr>
          <a:xfrm>
            <a:off x="5780676" y="2740694"/>
            <a:ext cx="1461372" cy="830997"/>
          </a:xfrm>
          <a:prstGeom prst="rect">
            <a:avLst/>
          </a:prstGeom>
          <a:noFill/>
        </p:spPr>
        <p:txBody>
          <a:bodyPr wrap="square" rtlCol="0">
            <a:spAutoFit/>
          </a:bodyPr>
          <a:lstStyle/>
          <a:p>
            <a:pPr algn="ctr"/>
            <a:r>
              <a:rPr lang="zh-CN" altLang="en-US" sz="2400">
                <a:solidFill>
                  <a:srgbClr val="00B0F0"/>
                </a:solidFill>
                <a:latin typeface="Calisto MT" panose="02040603050505030304" pitchFamily="18" charset="0"/>
              </a:rPr>
              <a:t>结果保留小数位</a:t>
            </a:r>
            <a:endParaRPr lang="zh-CN" altLang="en-US" sz="2400" dirty="0">
              <a:solidFill>
                <a:srgbClr val="00B0F0"/>
              </a:solidFill>
              <a:latin typeface="Calisto MT" panose="02040603050505030304" pitchFamily="18" charset="0"/>
            </a:endParaRPr>
          </a:p>
        </p:txBody>
      </p:sp>
      <p:sp>
        <p:nvSpPr>
          <p:cNvPr id="4" name="箭头: 下 3">
            <a:extLst>
              <a:ext uri="{FF2B5EF4-FFF2-40B4-BE49-F238E27FC236}">
                <a16:creationId xmlns:a16="http://schemas.microsoft.com/office/drawing/2014/main" id="{933764FA-5092-4FC4-820B-ED15E5D95522}"/>
              </a:ext>
            </a:extLst>
          </p:cNvPr>
          <p:cNvSpPr/>
          <p:nvPr/>
        </p:nvSpPr>
        <p:spPr>
          <a:xfrm>
            <a:off x="4767072" y="2938272"/>
            <a:ext cx="908304" cy="13959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51750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30179D3-B91D-C722-2243-4A600B52FE8A}"/>
              </a:ext>
            </a:extLst>
          </p:cNvPr>
          <p:cNvSpPr txBox="1"/>
          <p:nvPr/>
        </p:nvSpPr>
        <p:spPr>
          <a:xfrm>
            <a:off x="3774087" y="102468"/>
            <a:ext cx="3875419" cy="584775"/>
          </a:xfrm>
          <a:prstGeom prst="rect">
            <a:avLst/>
          </a:prstGeom>
          <a:noFill/>
        </p:spPr>
        <p:txBody>
          <a:bodyPr wrap="square">
            <a:spAutoFit/>
          </a:bodyPr>
          <a:lstStyle/>
          <a:p>
            <a:pPr algn="l"/>
            <a:r>
              <a:rPr lang="zh-CN" altLang="en-US" sz="3200" b="1" i="0">
                <a:effectLst/>
                <a:latin typeface="-apple-system"/>
              </a:rPr>
              <a:t>分析实验</a:t>
            </a:r>
            <a:r>
              <a:rPr lang="en-US" altLang="zh-CN" sz="3200" b="1" i="0">
                <a:effectLst/>
                <a:latin typeface="-apple-system"/>
              </a:rPr>
              <a:t>---</a:t>
            </a:r>
            <a:r>
              <a:rPr lang="zh-CN" altLang="en-US" sz="3200" b="1" i="0">
                <a:effectLst/>
                <a:latin typeface="-apple-system"/>
              </a:rPr>
              <a:t>消融实验</a:t>
            </a:r>
            <a:endParaRPr lang="zh-CN" altLang="en-US" sz="3200" b="1" i="0" dirty="0">
              <a:effectLst/>
              <a:latin typeface="-apple-system"/>
            </a:endParaRPr>
          </a:p>
        </p:txBody>
      </p:sp>
      <p:sp>
        <p:nvSpPr>
          <p:cNvPr id="9" name="矩形 8">
            <a:extLst>
              <a:ext uri="{FF2B5EF4-FFF2-40B4-BE49-F238E27FC236}">
                <a16:creationId xmlns:a16="http://schemas.microsoft.com/office/drawing/2014/main" id="{BB3DD95A-A402-4A2A-A8C9-D082B7DBD78C}"/>
              </a:ext>
            </a:extLst>
          </p:cNvPr>
          <p:cNvSpPr/>
          <p:nvPr/>
        </p:nvSpPr>
        <p:spPr>
          <a:xfrm>
            <a:off x="991367" y="903656"/>
            <a:ext cx="9920473" cy="1200329"/>
          </a:xfrm>
          <a:prstGeom prst="rect">
            <a:avLst/>
          </a:prstGeom>
        </p:spPr>
        <p:txBody>
          <a:bodyPr wrap="square">
            <a:spAutoFit/>
          </a:bodyPr>
          <a:lstStyle/>
          <a:p>
            <a:pPr>
              <a:buFont typeface="Arial" panose="020B0604020202020204" pitchFamily="34" charset="0"/>
              <a:buChar char="•"/>
            </a:pPr>
            <a:r>
              <a:rPr lang="zh-CN" altLang="en-US" sz="2400"/>
              <a:t>如果在模型结构上，或者在损失函数或其他过程中使用了自己创新的方法，或者引用了其他论文的部分方法，通过消融实验证明有效性是非常重要的，有助于分析组件的工作机制和重要程度。</a:t>
            </a:r>
            <a:endParaRPr lang="zh-CN" altLang="en-US" sz="2400" spc="100" dirty="0">
              <a:latin typeface=""/>
              <a:ea typeface="微软雅黑" panose="020B0503020204020204" pitchFamily="34" charset="-122"/>
              <a:sym typeface=""/>
            </a:endParaRPr>
          </a:p>
        </p:txBody>
      </p:sp>
      <p:pic>
        <p:nvPicPr>
          <p:cNvPr id="5" name="图片 4">
            <a:extLst>
              <a:ext uri="{FF2B5EF4-FFF2-40B4-BE49-F238E27FC236}">
                <a16:creationId xmlns:a16="http://schemas.microsoft.com/office/drawing/2014/main" id="{50D44361-4B7D-403D-8B5D-0DFB74803C0E}"/>
              </a:ext>
            </a:extLst>
          </p:cNvPr>
          <p:cNvPicPr>
            <a:picLocks noChangeAspect="1"/>
          </p:cNvPicPr>
          <p:nvPr/>
        </p:nvPicPr>
        <p:blipFill>
          <a:blip r:embed="rId3"/>
          <a:stretch>
            <a:fillRect/>
          </a:stretch>
        </p:blipFill>
        <p:spPr>
          <a:xfrm>
            <a:off x="1731263" y="2238033"/>
            <a:ext cx="6243878" cy="2964485"/>
          </a:xfrm>
          <a:prstGeom prst="rect">
            <a:avLst/>
          </a:prstGeom>
        </p:spPr>
      </p:pic>
      <p:pic>
        <p:nvPicPr>
          <p:cNvPr id="10" name="图片 9">
            <a:extLst>
              <a:ext uri="{FF2B5EF4-FFF2-40B4-BE49-F238E27FC236}">
                <a16:creationId xmlns:a16="http://schemas.microsoft.com/office/drawing/2014/main" id="{470200E7-19DA-4372-B1A5-FAE459E5330D}"/>
              </a:ext>
            </a:extLst>
          </p:cNvPr>
          <p:cNvPicPr>
            <a:picLocks noChangeAspect="1"/>
          </p:cNvPicPr>
          <p:nvPr/>
        </p:nvPicPr>
        <p:blipFill>
          <a:blip r:embed="rId4"/>
          <a:stretch>
            <a:fillRect/>
          </a:stretch>
        </p:blipFill>
        <p:spPr>
          <a:xfrm>
            <a:off x="7841934" y="2403729"/>
            <a:ext cx="4310600" cy="2633095"/>
          </a:xfrm>
          <a:prstGeom prst="rect">
            <a:avLst/>
          </a:prstGeom>
        </p:spPr>
      </p:pic>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E8FCBCD6-9844-43B7-AECE-42B3C3A59EDF}"/>
                  </a:ext>
                </a:extLst>
              </p:cNvPr>
              <p:cNvSpPr txBox="1"/>
              <p:nvPr/>
            </p:nvSpPr>
            <p:spPr>
              <a:xfrm>
                <a:off x="3119745" y="5439297"/>
                <a:ext cx="3205493" cy="3940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𝛼</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m:rPr>
                              <m:sty m:val="p"/>
                            </m:rPr>
                            <a:rPr lang="en-US" altLang="zh-CN" b="0" i="1" smtClean="0">
                              <a:latin typeface="Cambria Math" panose="02040503050406030204" pitchFamily="18" charset="0"/>
                            </a:rPr>
                            <m:t>β</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𝛾</m:t>
                          </m:r>
                        </m:sub>
                      </m:sSub>
                    </m:oMath>
                  </m:oMathPara>
                </a14:m>
                <a:endParaRPr lang="en-US" altLang="zh-CN" b="0"/>
              </a:p>
            </p:txBody>
          </p:sp>
        </mc:Choice>
        <mc:Fallback xmlns="">
          <p:sp>
            <p:nvSpPr>
              <p:cNvPr id="22" name="文本框 21">
                <a:extLst>
                  <a:ext uri="{FF2B5EF4-FFF2-40B4-BE49-F238E27FC236}">
                    <a16:creationId xmlns:a16="http://schemas.microsoft.com/office/drawing/2014/main" id="{E8FCBCD6-9844-43B7-AECE-42B3C3A59EDF}"/>
                  </a:ext>
                </a:extLst>
              </p:cNvPr>
              <p:cNvSpPr txBox="1">
                <a:spLocks noRot="1" noChangeAspect="1" noMove="1" noResize="1" noEditPoints="1" noAdjustHandles="1" noChangeArrowheads="1" noChangeShapeType="1" noTextEdit="1"/>
              </p:cNvSpPr>
              <p:nvPr/>
            </p:nvSpPr>
            <p:spPr>
              <a:xfrm>
                <a:off x="3119745" y="5439297"/>
                <a:ext cx="3205493" cy="394019"/>
              </a:xfrm>
              <a:prstGeom prst="rect">
                <a:avLst/>
              </a:prstGeom>
              <a:blipFill>
                <a:blip r:embed="rId5"/>
                <a:stretch>
                  <a:fillRect b="-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AF7174B4-9336-4681-97EA-583E643037BB}"/>
                  </a:ext>
                </a:extLst>
              </p:cNvPr>
              <p:cNvSpPr txBox="1"/>
              <p:nvPr/>
            </p:nvSpPr>
            <p:spPr>
              <a:xfrm>
                <a:off x="7713720" y="5139556"/>
                <a:ext cx="3149067" cy="394019"/>
              </a:xfrm>
              <a:prstGeom prst="rect">
                <a:avLst/>
              </a:prstGeom>
              <a:noFill/>
            </p:spPr>
            <p:txBody>
              <a:bodyPr wrap="none" rtlCol="0">
                <a:spAutoFit/>
              </a:bodyPr>
              <a:lstStyle/>
              <a:p>
                <a14:m>
                  <m:oMath xmlns:m="http://schemas.openxmlformats.org/officeDocument/2006/math">
                    <m:r>
                      <a:rPr lang="en-US" altLang="zh-CN" b="0" i="1" smtClean="0">
                        <a:latin typeface="Cambria Math" panose="02040503050406030204" pitchFamily="18" charset="0"/>
                      </a:rPr>
                      <m:t>𝑤</m:t>
                    </m:r>
                    <m:r>
                      <a:rPr lang="en-US" altLang="zh-CN" b="0" i="1" smtClean="0">
                        <a:latin typeface="Cambria Math" panose="02040503050406030204" pitchFamily="18" charset="0"/>
                      </a:rPr>
                      <m:t>/</m:t>
                    </m:r>
                    <m:r>
                      <a:rPr lang="en-US" altLang="zh-CN" b="0" i="1" smtClean="0">
                        <a:latin typeface="Cambria Math" panose="02040503050406030204" pitchFamily="18" charset="0"/>
                      </a:rPr>
                      <m:t>𝑜</m:t>
                    </m:r>
                  </m:oMath>
                </a14:m>
                <a:r>
                  <a:rPr lang="en-US" altLang="zh-CN" b="0"/>
                  <a:t> </a:t>
                </a:r>
                <a14:m>
                  <m:oMath xmlns:m="http://schemas.openxmlformats.org/officeDocument/2006/math">
                    <m:r>
                      <a:rPr lang="en-US" altLang="zh-CN" b="0" i="1" smtClean="0">
                        <a:latin typeface="Cambria Math" panose="02040503050406030204" pitchFamily="18" charset="0"/>
                      </a:rPr>
                      <m:t>𝛼</m:t>
                    </m:r>
                  </m:oMath>
                </a14:m>
                <a:r>
                  <a:rPr lang="en-US" altLang="zh-CN" b="0"/>
                  <a:t>	</a:t>
                </a:r>
                <a14:m>
                  <m:oMath xmlns:m="http://schemas.openxmlformats.org/officeDocument/2006/math">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m:rPr>
                            <m:sty m:val="p"/>
                          </m:rPr>
                          <a:rPr lang="en-US" altLang="zh-CN" b="0" i="1" smtClean="0">
                            <a:latin typeface="Cambria Math" panose="02040503050406030204" pitchFamily="18" charset="0"/>
                          </a:rPr>
                          <m:t>β</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𝛾</m:t>
                        </m:r>
                      </m:sub>
                    </m:sSub>
                  </m:oMath>
                </a14:m>
                <a:endParaRPr lang="en-US" altLang="zh-CN" b="0"/>
              </a:p>
            </p:txBody>
          </p:sp>
        </mc:Choice>
        <mc:Fallback xmlns="">
          <p:sp>
            <p:nvSpPr>
              <p:cNvPr id="27" name="文本框 26">
                <a:extLst>
                  <a:ext uri="{FF2B5EF4-FFF2-40B4-BE49-F238E27FC236}">
                    <a16:creationId xmlns:a16="http://schemas.microsoft.com/office/drawing/2014/main" id="{AF7174B4-9336-4681-97EA-583E643037BB}"/>
                  </a:ext>
                </a:extLst>
              </p:cNvPr>
              <p:cNvSpPr txBox="1">
                <a:spLocks noRot="1" noChangeAspect="1" noMove="1" noResize="1" noEditPoints="1" noAdjustHandles="1" noChangeArrowheads="1" noChangeShapeType="1" noTextEdit="1"/>
              </p:cNvSpPr>
              <p:nvPr/>
            </p:nvSpPr>
            <p:spPr>
              <a:xfrm>
                <a:off x="7713720" y="5139556"/>
                <a:ext cx="3149067" cy="394019"/>
              </a:xfrm>
              <a:prstGeom prst="rect">
                <a:avLst/>
              </a:prstGeom>
              <a:blipFill>
                <a:blip r:embed="rId6"/>
                <a:stretch>
                  <a:fillRect b="-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B34666CB-9414-4C59-A83D-F92EC0455CDE}"/>
                  </a:ext>
                </a:extLst>
              </p:cNvPr>
              <p:cNvSpPr txBox="1"/>
              <p:nvPr/>
            </p:nvSpPr>
            <p:spPr>
              <a:xfrm>
                <a:off x="7706346" y="5439297"/>
                <a:ext cx="3150414" cy="391517"/>
              </a:xfrm>
              <a:prstGeom prst="rect">
                <a:avLst/>
              </a:prstGeom>
              <a:noFill/>
            </p:spPr>
            <p:txBody>
              <a:bodyPr wrap="none" rtlCol="0">
                <a:spAutoFit/>
              </a:bodyPr>
              <a:lstStyle/>
              <a:p>
                <a14:m>
                  <m:oMath xmlns:m="http://schemas.openxmlformats.org/officeDocument/2006/math">
                    <m:r>
                      <a:rPr lang="en-US" altLang="zh-CN" i="1" smtClean="0">
                        <a:latin typeface="Cambria Math" panose="02040503050406030204" pitchFamily="18" charset="0"/>
                      </a:rPr>
                      <m:t>𝑤</m:t>
                    </m:r>
                    <m:r>
                      <a:rPr lang="en-US" altLang="zh-CN" i="1" smtClean="0">
                        <a:latin typeface="Cambria Math" panose="02040503050406030204" pitchFamily="18" charset="0"/>
                      </a:rPr>
                      <m:t>/</m:t>
                    </m:r>
                    <m:r>
                      <a:rPr lang="en-US" altLang="zh-CN" i="1" smtClean="0">
                        <a:latin typeface="Cambria Math" panose="02040503050406030204" pitchFamily="18" charset="0"/>
                      </a:rPr>
                      <m:t>𝑜</m:t>
                    </m:r>
                  </m:oMath>
                </a14:m>
                <a:r>
                  <a:rPr lang="en-US" altLang="zh-CN"/>
                  <a:t> </a:t>
                </a:r>
                <a14:m>
                  <m:oMath xmlns:m="http://schemas.openxmlformats.org/officeDocument/2006/math">
                    <m:r>
                      <a:rPr lang="en-US" altLang="zh-CN" b="0" i="1" smtClean="0">
                        <a:latin typeface="Cambria Math" panose="02040503050406030204" pitchFamily="18" charset="0"/>
                      </a:rPr>
                      <m:t>𝛽</m:t>
                    </m:r>
                  </m:oMath>
                </a14:m>
                <a:r>
                  <a:rPr lang="en-US" altLang="zh-CN"/>
                  <a:t>	</a:t>
                </a:r>
                <a14:m>
                  <m:oMath xmlns:m="http://schemas.openxmlformats.org/officeDocument/2006/math">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𝛼</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𝛾</m:t>
                        </m:r>
                      </m:sub>
                    </m:sSub>
                  </m:oMath>
                </a14:m>
                <a:endParaRPr lang="en-US" altLang="zh-CN" b="0"/>
              </a:p>
            </p:txBody>
          </p:sp>
        </mc:Choice>
        <mc:Fallback xmlns="">
          <p:sp>
            <p:nvSpPr>
              <p:cNvPr id="29" name="文本框 28">
                <a:extLst>
                  <a:ext uri="{FF2B5EF4-FFF2-40B4-BE49-F238E27FC236}">
                    <a16:creationId xmlns:a16="http://schemas.microsoft.com/office/drawing/2014/main" id="{B34666CB-9414-4C59-A83D-F92EC0455CDE}"/>
                  </a:ext>
                </a:extLst>
              </p:cNvPr>
              <p:cNvSpPr txBox="1">
                <a:spLocks noRot="1" noChangeAspect="1" noMove="1" noResize="1" noEditPoints="1" noAdjustHandles="1" noChangeArrowheads="1" noChangeShapeType="1" noTextEdit="1"/>
              </p:cNvSpPr>
              <p:nvPr/>
            </p:nvSpPr>
            <p:spPr>
              <a:xfrm>
                <a:off x="7706346" y="5439297"/>
                <a:ext cx="3150414" cy="391517"/>
              </a:xfrm>
              <a:prstGeom prst="rect">
                <a:avLst/>
              </a:prstGeom>
              <a:blipFill>
                <a:blip r:embed="rId7"/>
                <a:stretch>
                  <a:fillRect b="-9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4B9DB2C3-29F6-4352-96AC-7282C3DD8F73}"/>
                  </a:ext>
                </a:extLst>
              </p:cNvPr>
              <p:cNvSpPr txBox="1"/>
              <p:nvPr/>
            </p:nvSpPr>
            <p:spPr>
              <a:xfrm>
                <a:off x="7700319" y="5770354"/>
                <a:ext cx="3162469" cy="394019"/>
              </a:xfrm>
              <a:prstGeom prst="rect">
                <a:avLst/>
              </a:prstGeom>
              <a:noFill/>
            </p:spPr>
            <p:txBody>
              <a:bodyPr wrap="none" rtlCol="0">
                <a:spAutoFit/>
              </a:bodyPr>
              <a:lstStyle/>
              <a:p>
                <a14:m>
                  <m:oMath xmlns:m="http://schemas.openxmlformats.org/officeDocument/2006/math">
                    <m:r>
                      <a:rPr lang="en-US" altLang="zh-CN" i="1" smtClean="0">
                        <a:latin typeface="Cambria Math" panose="02040503050406030204" pitchFamily="18" charset="0"/>
                      </a:rPr>
                      <m:t>𝑤</m:t>
                    </m:r>
                    <m:r>
                      <a:rPr lang="en-US" altLang="zh-CN" i="1" smtClean="0">
                        <a:latin typeface="Cambria Math" panose="02040503050406030204" pitchFamily="18" charset="0"/>
                      </a:rPr>
                      <m:t>/</m:t>
                    </m:r>
                    <m:r>
                      <a:rPr lang="en-US" altLang="zh-CN" i="1" smtClean="0">
                        <a:latin typeface="Cambria Math" panose="02040503050406030204" pitchFamily="18" charset="0"/>
                      </a:rPr>
                      <m:t>𝑜</m:t>
                    </m:r>
                  </m:oMath>
                </a14:m>
                <a:r>
                  <a:rPr lang="en-US" altLang="zh-CN"/>
                  <a:t> </a:t>
                </a:r>
                <a14:m>
                  <m:oMath xmlns:m="http://schemas.openxmlformats.org/officeDocument/2006/math">
                    <m:r>
                      <a:rPr lang="en-US" altLang="zh-CN" b="0" i="1" smtClean="0">
                        <a:latin typeface="Cambria Math" panose="02040503050406030204" pitchFamily="18" charset="0"/>
                      </a:rPr>
                      <m:t>𝛾</m:t>
                    </m:r>
                  </m:oMath>
                </a14:m>
                <a:r>
                  <a:rPr lang="en-US" altLang="zh-CN"/>
                  <a:t>	</a:t>
                </a:r>
                <a14:m>
                  <m:oMath xmlns:m="http://schemas.openxmlformats.org/officeDocument/2006/math">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𝛼</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m:rPr>
                            <m:sty m:val="p"/>
                          </m:rPr>
                          <a:rPr lang="en-US" altLang="zh-CN" b="0" i="1" smtClean="0">
                            <a:latin typeface="Cambria Math" panose="02040503050406030204" pitchFamily="18" charset="0"/>
                          </a:rPr>
                          <m:t>β</m:t>
                        </m:r>
                      </m:sub>
                    </m:sSub>
                  </m:oMath>
                </a14:m>
                <a:endParaRPr lang="en-US" altLang="zh-CN" b="0"/>
              </a:p>
            </p:txBody>
          </p:sp>
        </mc:Choice>
        <mc:Fallback xmlns="">
          <p:sp>
            <p:nvSpPr>
              <p:cNvPr id="30" name="文本框 29">
                <a:extLst>
                  <a:ext uri="{FF2B5EF4-FFF2-40B4-BE49-F238E27FC236}">
                    <a16:creationId xmlns:a16="http://schemas.microsoft.com/office/drawing/2014/main" id="{4B9DB2C3-29F6-4352-96AC-7282C3DD8F73}"/>
                  </a:ext>
                </a:extLst>
              </p:cNvPr>
              <p:cNvSpPr txBox="1">
                <a:spLocks noRot="1" noChangeAspect="1" noMove="1" noResize="1" noEditPoints="1" noAdjustHandles="1" noChangeArrowheads="1" noChangeShapeType="1" noTextEdit="1"/>
              </p:cNvSpPr>
              <p:nvPr/>
            </p:nvSpPr>
            <p:spPr>
              <a:xfrm>
                <a:off x="7700319" y="5770354"/>
                <a:ext cx="3162469" cy="394019"/>
              </a:xfrm>
              <a:prstGeom prst="rect">
                <a:avLst/>
              </a:prstGeom>
              <a:blipFill>
                <a:blip r:embed="rId8"/>
                <a:stretch>
                  <a:fillRect b="-10938"/>
                </a:stretch>
              </a:blipFill>
            </p:spPr>
            <p:txBody>
              <a:bodyPr/>
              <a:lstStyle/>
              <a:p>
                <a:r>
                  <a:rPr lang="zh-CN" altLang="en-US">
                    <a:noFill/>
                  </a:rPr>
                  <a:t> </a:t>
                </a:r>
              </a:p>
            </p:txBody>
          </p:sp>
        </mc:Fallback>
      </mc:AlternateContent>
      <p:sp>
        <p:nvSpPr>
          <p:cNvPr id="31" name="文本框 30">
            <a:extLst>
              <a:ext uri="{FF2B5EF4-FFF2-40B4-BE49-F238E27FC236}">
                <a16:creationId xmlns:a16="http://schemas.microsoft.com/office/drawing/2014/main" id="{F3BFEE04-1362-4893-A7A5-40C6D9F2676A}"/>
              </a:ext>
            </a:extLst>
          </p:cNvPr>
          <p:cNvSpPr txBox="1"/>
          <p:nvPr/>
        </p:nvSpPr>
        <p:spPr>
          <a:xfrm>
            <a:off x="193926" y="3304776"/>
            <a:ext cx="1415772" cy="830997"/>
          </a:xfrm>
          <a:prstGeom prst="rect">
            <a:avLst/>
          </a:prstGeom>
          <a:noFill/>
        </p:spPr>
        <p:txBody>
          <a:bodyPr wrap="none" rtlCol="0">
            <a:spAutoFit/>
          </a:bodyPr>
          <a:lstStyle/>
          <a:p>
            <a:pPr algn="ctr"/>
            <a:r>
              <a:rPr lang="zh-CN" altLang="en-US" sz="2400" b="1">
                <a:latin typeface="Calisto MT" panose="02040603050505030304" pitchFamily="18" charset="0"/>
              </a:rPr>
              <a:t>组件结构</a:t>
            </a:r>
            <a:endParaRPr lang="en-US" altLang="zh-CN" sz="2400" b="1">
              <a:latin typeface="Calisto MT" panose="02040603050505030304" pitchFamily="18" charset="0"/>
            </a:endParaRPr>
          </a:p>
          <a:p>
            <a:pPr algn="ctr"/>
            <a:r>
              <a:rPr lang="zh-CN" altLang="en-US" sz="2400" b="1">
                <a:latin typeface="Calisto MT" panose="02040603050505030304" pitchFamily="18" charset="0"/>
              </a:rPr>
              <a:t>消融</a:t>
            </a:r>
            <a:endParaRPr lang="zh-CN" altLang="en-US" sz="2400" b="1" dirty="0">
              <a:latin typeface="Calisto MT" panose="02040603050505030304" pitchFamily="18" charset="0"/>
            </a:endParaRPr>
          </a:p>
        </p:txBody>
      </p:sp>
      <p:sp>
        <p:nvSpPr>
          <p:cNvPr id="32" name="文本框 31">
            <a:extLst>
              <a:ext uri="{FF2B5EF4-FFF2-40B4-BE49-F238E27FC236}">
                <a16:creationId xmlns:a16="http://schemas.microsoft.com/office/drawing/2014/main" id="{8280DCAB-AD7D-4F73-B35A-989E4DC50629}"/>
              </a:ext>
            </a:extLst>
          </p:cNvPr>
          <p:cNvSpPr txBox="1"/>
          <p:nvPr/>
        </p:nvSpPr>
        <p:spPr>
          <a:xfrm>
            <a:off x="39466" y="5333376"/>
            <a:ext cx="2031325" cy="830997"/>
          </a:xfrm>
          <a:prstGeom prst="rect">
            <a:avLst/>
          </a:prstGeom>
          <a:noFill/>
        </p:spPr>
        <p:txBody>
          <a:bodyPr wrap="none" rtlCol="0">
            <a:spAutoFit/>
          </a:bodyPr>
          <a:lstStyle/>
          <a:p>
            <a:pPr algn="ctr"/>
            <a:r>
              <a:rPr lang="zh-CN" altLang="en-US" sz="2400" b="1">
                <a:latin typeface="Calisto MT" panose="02040603050505030304" pitchFamily="18" charset="0"/>
              </a:rPr>
              <a:t>损失函数结构</a:t>
            </a:r>
            <a:endParaRPr lang="en-US" altLang="zh-CN" sz="2400" b="1">
              <a:latin typeface="Calisto MT" panose="02040603050505030304" pitchFamily="18" charset="0"/>
            </a:endParaRPr>
          </a:p>
          <a:p>
            <a:pPr algn="ctr"/>
            <a:r>
              <a:rPr lang="zh-CN" altLang="en-US" sz="2400" b="1">
                <a:latin typeface="Calisto MT" panose="02040603050505030304" pitchFamily="18" charset="0"/>
              </a:rPr>
              <a:t>消融</a:t>
            </a:r>
            <a:endParaRPr lang="zh-CN" altLang="en-US" sz="2400" b="1" dirty="0">
              <a:latin typeface="Calisto MT" panose="02040603050505030304" pitchFamily="18" charset="0"/>
            </a:endParaRPr>
          </a:p>
        </p:txBody>
      </p:sp>
      <p:sp>
        <p:nvSpPr>
          <p:cNvPr id="33" name="文本框 32">
            <a:extLst>
              <a:ext uri="{FF2B5EF4-FFF2-40B4-BE49-F238E27FC236}">
                <a16:creationId xmlns:a16="http://schemas.microsoft.com/office/drawing/2014/main" id="{0F3328E9-EA82-4E8D-933B-41E9D9EB2B22}"/>
              </a:ext>
            </a:extLst>
          </p:cNvPr>
          <p:cNvSpPr txBox="1"/>
          <p:nvPr/>
        </p:nvSpPr>
        <p:spPr>
          <a:xfrm>
            <a:off x="2872610" y="6588062"/>
            <a:ext cx="9394374" cy="261610"/>
          </a:xfrm>
          <a:prstGeom prst="rect">
            <a:avLst/>
          </a:prstGeom>
          <a:noFill/>
        </p:spPr>
        <p:txBody>
          <a:bodyPr wrap="square">
            <a:spAutoFit/>
          </a:bodyPr>
          <a:lstStyle/>
          <a:p>
            <a:pPr algn="l"/>
            <a:r>
              <a:rPr lang="en-US" altLang="zh-CN" sz="1100">
                <a:solidFill>
                  <a:srgbClr val="222222"/>
                </a:solidFill>
                <a:latin typeface="Arial" panose="020B0604020202020204" pitchFamily="34" charset="0"/>
              </a:rPr>
              <a:t>Cite</a:t>
            </a:r>
            <a:r>
              <a:rPr lang="zh-CN" altLang="en-US" sz="1100">
                <a:solidFill>
                  <a:srgbClr val="222222"/>
                </a:solidFill>
                <a:latin typeface="Arial" panose="020B0604020202020204" pitchFamily="34" charset="0"/>
              </a:rPr>
              <a:t>：</a:t>
            </a:r>
            <a:r>
              <a:rPr lang="en-US" altLang="zh-CN" sz="1100" b="0" i="0">
                <a:solidFill>
                  <a:srgbClr val="222222"/>
                </a:solidFill>
                <a:effectLst/>
                <a:latin typeface="Arial" panose="020B0604020202020204" pitchFamily="34" charset="0"/>
              </a:rPr>
              <a:t> </a:t>
            </a:r>
            <a:r>
              <a:rPr lang="en-US" altLang="zh-CN" sz="1100" b="0" i="0" u="none" strike="noStrike">
                <a:solidFill>
                  <a:srgbClr val="1A0DAB"/>
                </a:solidFill>
                <a:effectLst/>
                <a:latin typeface="Arial" panose="020B0604020202020204" pitchFamily="34" charset="0"/>
                <a:hlinkClick r:id="rId9"/>
              </a:rPr>
              <a:t>A Generalized Deep Markov Random Fields Framework for Fake News Detection.</a:t>
            </a:r>
            <a:endParaRPr lang="en-US" altLang="zh-CN" sz="1100" b="0" i="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211868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30179D3-B91D-C722-2243-4A600B52FE8A}"/>
              </a:ext>
            </a:extLst>
          </p:cNvPr>
          <p:cNvSpPr txBox="1"/>
          <p:nvPr/>
        </p:nvSpPr>
        <p:spPr>
          <a:xfrm>
            <a:off x="3774087" y="102468"/>
            <a:ext cx="4554367" cy="584775"/>
          </a:xfrm>
          <a:prstGeom prst="rect">
            <a:avLst/>
          </a:prstGeom>
          <a:noFill/>
        </p:spPr>
        <p:txBody>
          <a:bodyPr wrap="square">
            <a:spAutoFit/>
          </a:bodyPr>
          <a:lstStyle/>
          <a:p>
            <a:pPr algn="l"/>
            <a:r>
              <a:rPr lang="zh-CN" altLang="en-US" sz="3200" b="1" i="0">
                <a:effectLst/>
                <a:latin typeface="-apple-system"/>
              </a:rPr>
              <a:t>分析实验</a:t>
            </a:r>
            <a:r>
              <a:rPr lang="en-US" altLang="zh-CN" sz="3200" b="1" i="0">
                <a:effectLst/>
                <a:latin typeface="-apple-system"/>
              </a:rPr>
              <a:t>---</a:t>
            </a:r>
            <a:r>
              <a:rPr lang="zh-CN" altLang="en-US" sz="3200" b="1">
                <a:latin typeface="-apple-system"/>
              </a:rPr>
              <a:t>可视化</a:t>
            </a:r>
            <a:r>
              <a:rPr lang="zh-CN" altLang="en-US" sz="3200" b="1" i="0">
                <a:effectLst/>
                <a:latin typeface="-apple-system"/>
              </a:rPr>
              <a:t>实验</a:t>
            </a:r>
            <a:endParaRPr lang="zh-CN" altLang="en-US" sz="3200" b="1" i="0" dirty="0">
              <a:effectLst/>
              <a:latin typeface="-apple-system"/>
            </a:endParaRPr>
          </a:p>
        </p:txBody>
      </p:sp>
      <p:sp>
        <p:nvSpPr>
          <p:cNvPr id="9" name="矩形 8">
            <a:extLst>
              <a:ext uri="{FF2B5EF4-FFF2-40B4-BE49-F238E27FC236}">
                <a16:creationId xmlns:a16="http://schemas.microsoft.com/office/drawing/2014/main" id="{BB3DD95A-A402-4A2A-A8C9-D082B7DBD78C}"/>
              </a:ext>
            </a:extLst>
          </p:cNvPr>
          <p:cNvSpPr/>
          <p:nvPr/>
        </p:nvSpPr>
        <p:spPr>
          <a:xfrm>
            <a:off x="567571" y="1239468"/>
            <a:ext cx="5168774" cy="1569660"/>
          </a:xfrm>
          <a:prstGeom prst="rect">
            <a:avLst/>
          </a:prstGeom>
        </p:spPr>
        <p:txBody>
          <a:bodyPr wrap="square">
            <a:spAutoFit/>
          </a:bodyPr>
          <a:lstStyle/>
          <a:p>
            <a:pPr>
              <a:buFont typeface="Arial" panose="020B0604020202020204" pitchFamily="34" charset="0"/>
              <a:buChar char="•"/>
            </a:pPr>
            <a:r>
              <a:rPr lang="zh-CN" altLang="en-US" sz="2400"/>
              <a:t>可视化模型内部的特征映射、激活模式，以及样本的分布情况和不同超参数时性能变化曲线，对于分析模型的性能和验证方法有效性同样重要。</a:t>
            </a:r>
            <a:endParaRPr lang="zh-CN" altLang="en-US" sz="2400" spc="100" dirty="0">
              <a:latin typeface=""/>
              <a:ea typeface="微软雅黑" panose="020B0503020204020204" pitchFamily="34" charset="-122"/>
              <a:sym typeface=""/>
            </a:endParaRPr>
          </a:p>
        </p:txBody>
      </p:sp>
      <p:pic>
        <p:nvPicPr>
          <p:cNvPr id="11" name="图片 10">
            <a:extLst>
              <a:ext uri="{FF2B5EF4-FFF2-40B4-BE49-F238E27FC236}">
                <a16:creationId xmlns:a16="http://schemas.microsoft.com/office/drawing/2014/main" id="{57F9C84F-5A3E-484B-B713-6077FFC17CB8}"/>
              </a:ext>
            </a:extLst>
          </p:cNvPr>
          <p:cNvPicPr>
            <a:picLocks noChangeAspect="1"/>
          </p:cNvPicPr>
          <p:nvPr/>
        </p:nvPicPr>
        <p:blipFill>
          <a:blip r:embed="rId3"/>
          <a:stretch>
            <a:fillRect/>
          </a:stretch>
        </p:blipFill>
        <p:spPr>
          <a:xfrm>
            <a:off x="385565" y="3134916"/>
            <a:ext cx="5544221" cy="3091173"/>
          </a:xfrm>
          <a:prstGeom prst="rect">
            <a:avLst/>
          </a:prstGeom>
        </p:spPr>
      </p:pic>
      <p:pic>
        <p:nvPicPr>
          <p:cNvPr id="13" name="图片 12">
            <a:extLst>
              <a:ext uri="{FF2B5EF4-FFF2-40B4-BE49-F238E27FC236}">
                <a16:creationId xmlns:a16="http://schemas.microsoft.com/office/drawing/2014/main" id="{8196E144-8FD6-4730-B9BE-250B369DDBBB}"/>
              </a:ext>
            </a:extLst>
          </p:cNvPr>
          <p:cNvPicPr>
            <a:picLocks noChangeAspect="1"/>
          </p:cNvPicPr>
          <p:nvPr/>
        </p:nvPicPr>
        <p:blipFill>
          <a:blip r:embed="rId4"/>
          <a:stretch>
            <a:fillRect/>
          </a:stretch>
        </p:blipFill>
        <p:spPr>
          <a:xfrm>
            <a:off x="5929786" y="2990335"/>
            <a:ext cx="5829478" cy="3492144"/>
          </a:xfrm>
          <a:prstGeom prst="rect">
            <a:avLst/>
          </a:prstGeom>
        </p:spPr>
      </p:pic>
      <p:pic>
        <p:nvPicPr>
          <p:cNvPr id="15" name="图片 14">
            <a:extLst>
              <a:ext uri="{FF2B5EF4-FFF2-40B4-BE49-F238E27FC236}">
                <a16:creationId xmlns:a16="http://schemas.microsoft.com/office/drawing/2014/main" id="{71E10C24-D06D-44D7-822B-59E43C56AD0C}"/>
              </a:ext>
            </a:extLst>
          </p:cNvPr>
          <p:cNvPicPr>
            <a:picLocks noChangeAspect="1"/>
          </p:cNvPicPr>
          <p:nvPr/>
        </p:nvPicPr>
        <p:blipFill>
          <a:blip r:embed="rId5"/>
          <a:stretch>
            <a:fillRect/>
          </a:stretch>
        </p:blipFill>
        <p:spPr>
          <a:xfrm>
            <a:off x="8928510" y="1347246"/>
            <a:ext cx="3263490" cy="1461039"/>
          </a:xfrm>
          <a:prstGeom prst="rect">
            <a:avLst/>
          </a:prstGeom>
        </p:spPr>
      </p:pic>
      <p:sp>
        <p:nvSpPr>
          <p:cNvPr id="23" name="文本框 22">
            <a:extLst>
              <a:ext uri="{FF2B5EF4-FFF2-40B4-BE49-F238E27FC236}">
                <a16:creationId xmlns:a16="http://schemas.microsoft.com/office/drawing/2014/main" id="{2F5C6D9C-0649-4AFE-B795-DED99ABEAAB4}"/>
              </a:ext>
            </a:extLst>
          </p:cNvPr>
          <p:cNvSpPr txBox="1"/>
          <p:nvPr/>
        </p:nvSpPr>
        <p:spPr>
          <a:xfrm>
            <a:off x="1739214" y="6596390"/>
            <a:ext cx="10734932" cy="261610"/>
          </a:xfrm>
          <a:prstGeom prst="rect">
            <a:avLst/>
          </a:prstGeom>
          <a:noFill/>
        </p:spPr>
        <p:txBody>
          <a:bodyPr wrap="square">
            <a:spAutoFit/>
          </a:bodyPr>
          <a:lstStyle/>
          <a:p>
            <a:r>
              <a:rPr lang="en-US" altLang="zh-CN" sz="1100">
                <a:solidFill>
                  <a:srgbClr val="222222"/>
                </a:solidFill>
                <a:latin typeface="Arial" panose="020B0604020202020204" pitchFamily="34" charset="0"/>
              </a:rPr>
              <a:t>Cite</a:t>
            </a:r>
            <a:r>
              <a:rPr lang="zh-CN" altLang="en-US" sz="1100">
                <a:solidFill>
                  <a:srgbClr val="222222"/>
                </a:solidFill>
                <a:latin typeface="Arial" panose="020B0604020202020204" pitchFamily="34" charset="0"/>
              </a:rPr>
              <a:t>：</a:t>
            </a:r>
            <a:r>
              <a:rPr lang="en-US" altLang="zh-CN" sz="1100" b="0" i="0">
                <a:solidFill>
                  <a:srgbClr val="222222"/>
                </a:solidFill>
                <a:effectLst/>
                <a:latin typeface="Arial" panose="020B0604020202020204" pitchFamily="34" charset="0"/>
              </a:rPr>
              <a:t> </a:t>
            </a:r>
            <a:r>
              <a:rPr lang="en-US" altLang="zh-CN" sz="1100">
                <a:solidFill>
                  <a:srgbClr val="1A0DAB"/>
                </a:solidFill>
                <a:latin typeface="Arial" panose="020B0604020202020204" pitchFamily="34" charset="0"/>
                <a:hlinkClick r:id="rId6">
                  <a:extLst>
                    <a:ext uri="{A12FA001-AC4F-418D-AE19-62706E023703}">
                      <ahyp:hlinkClr xmlns:ahyp="http://schemas.microsoft.com/office/drawing/2018/hyperlinkcolor" val="tx"/>
                    </a:ext>
                  </a:extLst>
                </a:hlinkClick>
              </a:rPr>
              <a:t>Frequency spectrum is more effective for multimodal representation and fusion: A multimodal spectrum rumor detector</a:t>
            </a:r>
            <a:endParaRPr lang="en-US" altLang="zh-CN" sz="1100">
              <a:solidFill>
                <a:srgbClr val="1A0DAB"/>
              </a:solidFill>
              <a:latin typeface="Arial" panose="020B0604020202020204" pitchFamily="34" charset="0"/>
            </a:endParaRPr>
          </a:p>
        </p:txBody>
      </p:sp>
      <p:pic>
        <p:nvPicPr>
          <p:cNvPr id="18" name="图片 17">
            <a:extLst>
              <a:ext uri="{FF2B5EF4-FFF2-40B4-BE49-F238E27FC236}">
                <a16:creationId xmlns:a16="http://schemas.microsoft.com/office/drawing/2014/main" id="{6BD468CF-1792-4FB9-A938-562E16DA0F4F}"/>
              </a:ext>
            </a:extLst>
          </p:cNvPr>
          <p:cNvPicPr>
            <a:picLocks noChangeAspect="1"/>
          </p:cNvPicPr>
          <p:nvPr/>
        </p:nvPicPr>
        <p:blipFill>
          <a:blip r:embed="rId7"/>
          <a:stretch>
            <a:fillRect/>
          </a:stretch>
        </p:blipFill>
        <p:spPr>
          <a:xfrm>
            <a:off x="5820330" y="1239468"/>
            <a:ext cx="3024195" cy="1826205"/>
          </a:xfrm>
          <a:prstGeom prst="rect">
            <a:avLst/>
          </a:prstGeom>
        </p:spPr>
      </p:pic>
    </p:spTree>
    <p:extLst>
      <p:ext uri="{BB962C8B-B14F-4D97-AF65-F5344CB8AC3E}">
        <p14:creationId xmlns:p14="http://schemas.microsoft.com/office/powerpoint/2010/main" val="1736394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30179D3-B91D-C722-2243-4A600B52FE8A}"/>
              </a:ext>
            </a:extLst>
          </p:cNvPr>
          <p:cNvSpPr txBox="1"/>
          <p:nvPr/>
        </p:nvSpPr>
        <p:spPr>
          <a:xfrm>
            <a:off x="5024327" y="133323"/>
            <a:ext cx="1201916" cy="584775"/>
          </a:xfrm>
          <a:prstGeom prst="rect">
            <a:avLst/>
          </a:prstGeom>
          <a:noFill/>
        </p:spPr>
        <p:txBody>
          <a:bodyPr wrap="square">
            <a:spAutoFit/>
          </a:bodyPr>
          <a:lstStyle/>
          <a:p>
            <a:pPr algn="l"/>
            <a:r>
              <a:rPr lang="zh-CN" altLang="en-US" sz="3200" b="1" i="0">
                <a:effectLst/>
                <a:latin typeface="-apple-system"/>
              </a:rPr>
              <a:t>总结</a:t>
            </a:r>
            <a:endParaRPr lang="zh-CN" altLang="en-US" sz="3200" b="1" i="0" dirty="0">
              <a:effectLst/>
              <a:latin typeface="-apple-system"/>
            </a:endParaRPr>
          </a:p>
        </p:txBody>
      </p:sp>
      <p:sp>
        <p:nvSpPr>
          <p:cNvPr id="11" name="矩形 10">
            <a:extLst>
              <a:ext uri="{FF2B5EF4-FFF2-40B4-BE49-F238E27FC236}">
                <a16:creationId xmlns:a16="http://schemas.microsoft.com/office/drawing/2014/main" id="{FCB4D1D3-DE80-490F-AE0C-40A6D17B9A66}"/>
              </a:ext>
            </a:extLst>
          </p:cNvPr>
          <p:cNvSpPr/>
          <p:nvPr/>
        </p:nvSpPr>
        <p:spPr>
          <a:xfrm>
            <a:off x="506186" y="1225297"/>
            <a:ext cx="10925082" cy="3572256"/>
          </a:xfrm>
          <a:prstGeom prst="rect">
            <a:avLst/>
          </a:prstGeom>
          <a:blipFill dpi="0" rotWithShape="1">
            <a:blip r:embed="rId3" cstate="email">
              <a:extLst>
                <a:ext uri="{28A0092B-C50C-407E-A947-70E740481C1C}">
                  <a14:useLocalDpi xmlns:a14="http://schemas.microsoft.com/office/drawing/2010/main"/>
                </a:ext>
              </a:extLst>
            </a:blip>
            <a:srcRect/>
            <a:stretch>
              <a:fillRect t="3"/>
            </a:stretch>
          </a:blipFill>
          <a:ln>
            <a:noFill/>
          </a:ln>
          <a:effectLst>
            <a:outerShdw blurRad="1905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
              <a:ea typeface="微软雅黑" panose="020B0503020204020204" pitchFamily="34" charset="-122"/>
              <a:sym typeface=""/>
            </a:endParaRPr>
          </a:p>
        </p:txBody>
      </p:sp>
      <p:sp>
        <p:nvSpPr>
          <p:cNvPr id="16" name="任意多边形: 形状 15">
            <a:extLst>
              <a:ext uri="{FF2B5EF4-FFF2-40B4-BE49-F238E27FC236}">
                <a16:creationId xmlns:a16="http://schemas.microsoft.com/office/drawing/2014/main" id="{CFA6D29E-027A-40D5-962C-325239DA6765}"/>
              </a:ext>
            </a:extLst>
          </p:cNvPr>
          <p:cNvSpPr/>
          <p:nvPr/>
        </p:nvSpPr>
        <p:spPr>
          <a:xfrm>
            <a:off x="760732" y="987269"/>
            <a:ext cx="362389" cy="787927"/>
          </a:xfrm>
          <a:custGeom>
            <a:avLst/>
            <a:gdLst>
              <a:gd name="connsiteX0" fmla="*/ 141038 w 353946"/>
              <a:gd name="connsiteY0" fmla="*/ 17 h 778953"/>
              <a:gd name="connsiteX1" fmla="*/ 171494 w 353946"/>
              <a:gd name="connsiteY1" fmla="*/ 3002 h 778953"/>
              <a:gd name="connsiteX2" fmla="*/ 303395 w 353946"/>
              <a:gd name="connsiteY2" fmla="*/ 140453 h 778953"/>
              <a:gd name="connsiteX3" fmla="*/ 351121 w 353946"/>
              <a:gd name="connsiteY3" fmla="*/ 327479 h 778953"/>
              <a:gd name="connsiteX4" fmla="*/ 311898 w 353946"/>
              <a:gd name="connsiteY4" fmla="*/ 327479 h 778953"/>
              <a:gd name="connsiteX5" fmla="*/ 266597 w 353946"/>
              <a:gd name="connsiteY5" fmla="*/ 149959 h 778953"/>
              <a:gd name="connsiteX6" fmla="*/ 121343 w 353946"/>
              <a:gd name="connsiteY6" fmla="*/ 47486 h 778953"/>
              <a:gd name="connsiteX7" fmla="*/ 43440 w 353946"/>
              <a:gd name="connsiteY7" fmla="*/ 207600 h 778953"/>
              <a:gd name="connsiteX8" fmla="*/ 160645 w 353946"/>
              <a:gd name="connsiteY8" fmla="*/ 662082 h 778953"/>
              <a:gd name="connsiteX9" fmla="*/ 258768 w 353946"/>
              <a:gd name="connsiteY9" fmla="*/ 731305 h 778953"/>
              <a:gd name="connsiteX10" fmla="*/ 311394 w 353946"/>
              <a:gd name="connsiteY10" fmla="*/ 623144 h 778953"/>
              <a:gd name="connsiteX11" fmla="*/ 210726 w 353946"/>
              <a:gd name="connsiteY11" fmla="*/ 230663 h 778953"/>
              <a:gd name="connsiteX12" fmla="*/ 161277 w 353946"/>
              <a:gd name="connsiteY12" fmla="*/ 195778 h 778953"/>
              <a:gd name="connsiteX13" fmla="*/ 135171 w 353946"/>
              <a:gd name="connsiteY13" fmla="*/ 249434 h 778953"/>
              <a:gd name="connsiteX14" fmla="*/ 223660 w 353946"/>
              <a:gd name="connsiteY14" fmla="*/ 594426 h 778953"/>
              <a:gd name="connsiteX15" fmla="*/ 210814 w 353946"/>
              <a:gd name="connsiteY15" fmla="*/ 620827 h 778953"/>
              <a:gd name="connsiteX16" fmla="*/ 186090 w 353946"/>
              <a:gd name="connsiteY16" fmla="*/ 603385 h 778953"/>
              <a:gd name="connsiteX17" fmla="*/ 97960 w 353946"/>
              <a:gd name="connsiteY17" fmla="*/ 259790 h 778953"/>
              <a:gd name="connsiteX18" fmla="*/ 150586 w 353946"/>
              <a:gd name="connsiteY18" fmla="*/ 151628 h 778953"/>
              <a:gd name="connsiteX19" fmla="*/ 247937 w 353946"/>
              <a:gd name="connsiteY19" fmla="*/ 220307 h 778953"/>
              <a:gd name="connsiteX20" fmla="*/ 348964 w 353946"/>
              <a:gd name="connsiteY20" fmla="*/ 614184 h 778953"/>
              <a:gd name="connsiteX21" fmla="*/ 270232 w 353946"/>
              <a:gd name="connsiteY21" fmla="*/ 776000 h 778953"/>
              <a:gd name="connsiteX22" fmla="*/ 123433 w 353946"/>
              <a:gd name="connsiteY22" fmla="*/ 672439 h 778953"/>
              <a:gd name="connsiteX23" fmla="*/ 6643 w 353946"/>
              <a:gd name="connsiteY23" fmla="*/ 217105 h 778953"/>
              <a:gd name="connsiteX24" fmla="*/ 110237 w 353946"/>
              <a:gd name="connsiteY24" fmla="*/ 4189 h 778953"/>
              <a:gd name="connsiteX25" fmla="*/ 141038 w 353946"/>
              <a:gd name="connsiteY25" fmla="*/ 17 h 778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53946" h="778953">
                <a:moveTo>
                  <a:pt x="141038" y="17"/>
                </a:moveTo>
                <a:cubicBezTo>
                  <a:pt x="151291" y="-150"/>
                  <a:pt x="161486" y="875"/>
                  <a:pt x="171494" y="3002"/>
                </a:cubicBezTo>
                <a:cubicBezTo>
                  <a:pt x="231544" y="15764"/>
                  <a:pt x="284855" y="68173"/>
                  <a:pt x="303395" y="140453"/>
                </a:cubicBezTo>
                <a:lnTo>
                  <a:pt x="351121" y="327479"/>
                </a:lnTo>
                <a:lnTo>
                  <a:pt x="311898" y="327479"/>
                </a:lnTo>
                <a:lnTo>
                  <a:pt x="266597" y="149959"/>
                </a:lnTo>
                <a:cubicBezTo>
                  <a:pt x="247553" y="78180"/>
                  <a:pt x="182653" y="32396"/>
                  <a:pt x="121343" y="47486"/>
                </a:cubicBezTo>
                <a:cubicBezTo>
                  <a:pt x="60391" y="63976"/>
                  <a:pt x="25583" y="135516"/>
                  <a:pt x="43440" y="207600"/>
                </a:cubicBezTo>
                <a:lnTo>
                  <a:pt x="160645" y="662082"/>
                </a:lnTo>
                <a:cubicBezTo>
                  <a:pt x="173183" y="710967"/>
                  <a:pt x="217222" y="742036"/>
                  <a:pt x="258768" y="731305"/>
                </a:cubicBezTo>
                <a:cubicBezTo>
                  <a:pt x="300314" y="720574"/>
                  <a:pt x="323933" y="672029"/>
                  <a:pt x="311394" y="623144"/>
                </a:cubicBezTo>
                <a:lnTo>
                  <a:pt x="210726" y="230663"/>
                </a:lnTo>
                <a:cubicBezTo>
                  <a:pt x="204277" y="205521"/>
                  <a:pt x="182643" y="190259"/>
                  <a:pt x="161277" y="195778"/>
                </a:cubicBezTo>
                <a:cubicBezTo>
                  <a:pt x="141097" y="200991"/>
                  <a:pt x="129081" y="225690"/>
                  <a:pt x="135171" y="249434"/>
                </a:cubicBezTo>
                <a:lnTo>
                  <a:pt x="223660" y="594426"/>
                </a:lnTo>
                <a:cubicBezTo>
                  <a:pt x="226526" y="605600"/>
                  <a:pt x="220724" y="617523"/>
                  <a:pt x="210814" y="620827"/>
                </a:cubicBezTo>
                <a:cubicBezTo>
                  <a:pt x="200131" y="623587"/>
                  <a:pt x="189313" y="615955"/>
                  <a:pt x="186090" y="603385"/>
                </a:cubicBezTo>
                <a:lnTo>
                  <a:pt x="97960" y="259790"/>
                </a:lnTo>
                <a:cubicBezTo>
                  <a:pt x="85421" y="210904"/>
                  <a:pt x="109041" y="162360"/>
                  <a:pt x="150586" y="151628"/>
                </a:cubicBezTo>
                <a:cubicBezTo>
                  <a:pt x="191716" y="141749"/>
                  <a:pt x="234984" y="172272"/>
                  <a:pt x="247937" y="220307"/>
                </a:cubicBezTo>
                <a:lnTo>
                  <a:pt x="348964" y="614184"/>
                </a:lnTo>
                <a:cubicBezTo>
                  <a:pt x="367593" y="686813"/>
                  <a:pt x="332371" y="759206"/>
                  <a:pt x="270232" y="776000"/>
                </a:cubicBezTo>
                <a:cubicBezTo>
                  <a:pt x="207735" y="791398"/>
                  <a:pt x="142062" y="745068"/>
                  <a:pt x="123433" y="672439"/>
                </a:cubicBezTo>
                <a:lnTo>
                  <a:pt x="6643" y="217105"/>
                </a:lnTo>
                <a:cubicBezTo>
                  <a:pt x="-18077" y="120731"/>
                  <a:pt x="28333" y="25344"/>
                  <a:pt x="110237" y="4189"/>
                </a:cubicBezTo>
                <a:cubicBezTo>
                  <a:pt x="120475" y="1544"/>
                  <a:pt x="130785" y="184"/>
                  <a:pt x="141038" y="17"/>
                </a:cubicBezTo>
                <a:close/>
              </a:path>
            </a:pathLst>
          </a:cu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
              <a:ea typeface="微软雅黑" panose="020B0503020204020204" pitchFamily="34" charset="-122"/>
              <a:sym typeface=""/>
            </a:endParaRPr>
          </a:p>
        </p:txBody>
      </p:sp>
      <p:sp>
        <p:nvSpPr>
          <p:cNvPr id="17" name="任意多边形: 形状 16">
            <a:extLst>
              <a:ext uri="{FF2B5EF4-FFF2-40B4-BE49-F238E27FC236}">
                <a16:creationId xmlns:a16="http://schemas.microsoft.com/office/drawing/2014/main" id="{4AE3B707-C0EE-484B-A8EF-751AFF4FE72E}"/>
              </a:ext>
            </a:extLst>
          </p:cNvPr>
          <p:cNvSpPr/>
          <p:nvPr/>
        </p:nvSpPr>
        <p:spPr>
          <a:xfrm>
            <a:off x="10832708" y="949623"/>
            <a:ext cx="362389" cy="787927"/>
          </a:xfrm>
          <a:custGeom>
            <a:avLst/>
            <a:gdLst>
              <a:gd name="connsiteX0" fmla="*/ 141038 w 353946"/>
              <a:gd name="connsiteY0" fmla="*/ 17 h 778953"/>
              <a:gd name="connsiteX1" fmla="*/ 171494 w 353946"/>
              <a:gd name="connsiteY1" fmla="*/ 3002 h 778953"/>
              <a:gd name="connsiteX2" fmla="*/ 303395 w 353946"/>
              <a:gd name="connsiteY2" fmla="*/ 140453 h 778953"/>
              <a:gd name="connsiteX3" fmla="*/ 351121 w 353946"/>
              <a:gd name="connsiteY3" fmla="*/ 327479 h 778953"/>
              <a:gd name="connsiteX4" fmla="*/ 311898 w 353946"/>
              <a:gd name="connsiteY4" fmla="*/ 327479 h 778953"/>
              <a:gd name="connsiteX5" fmla="*/ 266597 w 353946"/>
              <a:gd name="connsiteY5" fmla="*/ 149959 h 778953"/>
              <a:gd name="connsiteX6" fmla="*/ 121343 w 353946"/>
              <a:gd name="connsiteY6" fmla="*/ 47486 h 778953"/>
              <a:gd name="connsiteX7" fmla="*/ 43440 w 353946"/>
              <a:gd name="connsiteY7" fmla="*/ 207600 h 778953"/>
              <a:gd name="connsiteX8" fmla="*/ 160645 w 353946"/>
              <a:gd name="connsiteY8" fmla="*/ 662082 h 778953"/>
              <a:gd name="connsiteX9" fmla="*/ 258768 w 353946"/>
              <a:gd name="connsiteY9" fmla="*/ 731305 h 778953"/>
              <a:gd name="connsiteX10" fmla="*/ 311394 w 353946"/>
              <a:gd name="connsiteY10" fmla="*/ 623144 h 778953"/>
              <a:gd name="connsiteX11" fmla="*/ 210726 w 353946"/>
              <a:gd name="connsiteY11" fmla="*/ 230663 h 778953"/>
              <a:gd name="connsiteX12" fmla="*/ 161277 w 353946"/>
              <a:gd name="connsiteY12" fmla="*/ 195778 h 778953"/>
              <a:gd name="connsiteX13" fmla="*/ 135171 w 353946"/>
              <a:gd name="connsiteY13" fmla="*/ 249434 h 778953"/>
              <a:gd name="connsiteX14" fmla="*/ 223660 w 353946"/>
              <a:gd name="connsiteY14" fmla="*/ 594426 h 778953"/>
              <a:gd name="connsiteX15" fmla="*/ 210814 w 353946"/>
              <a:gd name="connsiteY15" fmla="*/ 620827 h 778953"/>
              <a:gd name="connsiteX16" fmla="*/ 186090 w 353946"/>
              <a:gd name="connsiteY16" fmla="*/ 603385 h 778953"/>
              <a:gd name="connsiteX17" fmla="*/ 97960 w 353946"/>
              <a:gd name="connsiteY17" fmla="*/ 259790 h 778953"/>
              <a:gd name="connsiteX18" fmla="*/ 150586 w 353946"/>
              <a:gd name="connsiteY18" fmla="*/ 151628 h 778953"/>
              <a:gd name="connsiteX19" fmla="*/ 247937 w 353946"/>
              <a:gd name="connsiteY19" fmla="*/ 220307 h 778953"/>
              <a:gd name="connsiteX20" fmla="*/ 348964 w 353946"/>
              <a:gd name="connsiteY20" fmla="*/ 614184 h 778953"/>
              <a:gd name="connsiteX21" fmla="*/ 270232 w 353946"/>
              <a:gd name="connsiteY21" fmla="*/ 776000 h 778953"/>
              <a:gd name="connsiteX22" fmla="*/ 123433 w 353946"/>
              <a:gd name="connsiteY22" fmla="*/ 672439 h 778953"/>
              <a:gd name="connsiteX23" fmla="*/ 6643 w 353946"/>
              <a:gd name="connsiteY23" fmla="*/ 217105 h 778953"/>
              <a:gd name="connsiteX24" fmla="*/ 110237 w 353946"/>
              <a:gd name="connsiteY24" fmla="*/ 4189 h 778953"/>
              <a:gd name="connsiteX25" fmla="*/ 141038 w 353946"/>
              <a:gd name="connsiteY25" fmla="*/ 17 h 778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53946" h="778953">
                <a:moveTo>
                  <a:pt x="141038" y="17"/>
                </a:moveTo>
                <a:cubicBezTo>
                  <a:pt x="151291" y="-150"/>
                  <a:pt x="161486" y="875"/>
                  <a:pt x="171494" y="3002"/>
                </a:cubicBezTo>
                <a:cubicBezTo>
                  <a:pt x="231544" y="15764"/>
                  <a:pt x="284855" y="68173"/>
                  <a:pt x="303395" y="140453"/>
                </a:cubicBezTo>
                <a:lnTo>
                  <a:pt x="351121" y="327479"/>
                </a:lnTo>
                <a:lnTo>
                  <a:pt x="311898" y="327479"/>
                </a:lnTo>
                <a:lnTo>
                  <a:pt x="266597" y="149959"/>
                </a:lnTo>
                <a:cubicBezTo>
                  <a:pt x="247553" y="78180"/>
                  <a:pt x="182653" y="32396"/>
                  <a:pt x="121343" y="47486"/>
                </a:cubicBezTo>
                <a:cubicBezTo>
                  <a:pt x="60391" y="63976"/>
                  <a:pt x="25583" y="135516"/>
                  <a:pt x="43440" y="207600"/>
                </a:cubicBezTo>
                <a:lnTo>
                  <a:pt x="160645" y="662082"/>
                </a:lnTo>
                <a:cubicBezTo>
                  <a:pt x="173183" y="710967"/>
                  <a:pt x="217222" y="742036"/>
                  <a:pt x="258768" y="731305"/>
                </a:cubicBezTo>
                <a:cubicBezTo>
                  <a:pt x="300314" y="720574"/>
                  <a:pt x="323933" y="672029"/>
                  <a:pt x="311394" y="623144"/>
                </a:cubicBezTo>
                <a:lnTo>
                  <a:pt x="210726" y="230663"/>
                </a:lnTo>
                <a:cubicBezTo>
                  <a:pt x="204277" y="205521"/>
                  <a:pt x="182643" y="190259"/>
                  <a:pt x="161277" y="195778"/>
                </a:cubicBezTo>
                <a:cubicBezTo>
                  <a:pt x="141097" y="200991"/>
                  <a:pt x="129081" y="225690"/>
                  <a:pt x="135171" y="249434"/>
                </a:cubicBezTo>
                <a:lnTo>
                  <a:pt x="223660" y="594426"/>
                </a:lnTo>
                <a:cubicBezTo>
                  <a:pt x="226526" y="605600"/>
                  <a:pt x="220724" y="617523"/>
                  <a:pt x="210814" y="620827"/>
                </a:cubicBezTo>
                <a:cubicBezTo>
                  <a:pt x="200131" y="623587"/>
                  <a:pt x="189313" y="615955"/>
                  <a:pt x="186090" y="603385"/>
                </a:cubicBezTo>
                <a:lnTo>
                  <a:pt x="97960" y="259790"/>
                </a:lnTo>
                <a:cubicBezTo>
                  <a:pt x="85421" y="210904"/>
                  <a:pt x="109041" y="162360"/>
                  <a:pt x="150586" y="151628"/>
                </a:cubicBezTo>
                <a:cubicBezTo>
                  <a:pt x="191716" y="141749"/>
                  <a:pt x="234984" y="172272"/>
                  <a:pt x="247937" y="220307"/>
                </a:cubicBezTo>
                <a:lnTo>
                  <a:pt x="348964" y="614184"/>
                </a:lnTo>
                <a:cubicBezTo>
                  <a:pt x="367593" y="686813"/>
                  <a:pt x="332371" y="759206"/>
                  <a:pt x="270232" y="776000"/>
                </a:cubicBezTo>
                <a:cubicBezTo>
                  <a:pt x="207735" y="791398"/>
                  <a:pt x="142062" y="745068"/>
                  <a:pt x="123433" y="672439"/>
                </a:cubicBezTo>
                <a:lnTo>
                  <a:pt x="6643" y="217105"/>
                </a:lnTo>
                <a:cubicBezTo>
                  <a:pt x="-18077" y="120731"/>
                  <a:pt x="28333" y="25344"/>
                  <a:pt x="110237" y="4189"/>
                </a:cubicBezTo>
                <a:cubicBezTo>
                  <a:pt x="120475" y="1544"/>
                  <a:pt x="130785" y="184"/>
                  <a:pt x="141038" y="17"/>
                </a:cubicBezTo>
                <a:close/>
              </a:path>
            </a:pathLst>
          </a:cu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
              <a:ea typeface="微软雅黑" panose="020B0503020204020204" pitchFamily="34" charset="-122"/>
              <a:sym typeface=""/>
            </a:endParaRPr>
          </a:p>
        </p:txBody>
      </p:sp>
      <p:sp>
        <p:nvSpPr>
          <p:cNvPr id="18" name="矩形 17">
            <a:extLst>
              <a:ext uri="{FF2B5EF4-FFF2-40B4-BE49-F238E27FC236}">
                <a16:creationId xmlns:a16="http://schemas.microsoft.com/office/drawing/2014/main" id="{1BA21940-7E3A-491D-A163-6512773A2C5F}"/>
              </a:ext>
            </a:extLst>
          </p:cNvPr>
          <p:cNvSpPr/>
          <p:nvPr/>
        </p:nvSpPr>
        <p:spPr>
          <a:xfrm>
            <a:off x="1188662" y="1303265"/>
            <a:ext cx="9912212" cy="3785652"/>
          </a:xfrm>
          <a:prstGeom prst="rect">
            <a:avLst/>
          </a:prstGeom>
        </p:spPr>
        <p:txBody>
          <a:bodyPr wrap="square">
            <a:spAutoFit/>
          </a:bodyPr>
          <a:lstStyle/>
          <a:p>
            <a:pPr>
              <a:buFont typeface="Arial" panose="020B0604020202020204" pitchFamily="34" charset="0"/>
              <a:buChar char="•"/>
            </a:pPr>
            <a:r>
              <a:rPr lang="zh-CN" altLang="en-US" sz="2400" b="1"/>
              <a:t>学习处理数据集数据</a:t>
            </a:r>
            <a:endParaRPr lang="en-US" altLang="zh-CN" sz="2400" b="1"/>
          </a:p>
          <a:p>
            <a:pPr>
              <a:buFont typeface="Arial" panose="020B0604020202020204" pitchFamily="34" charset="0"/>
              <a:buChar char="•"/>
            </a:pPr>
            <a:r>
              <a:rPr lang="zh-CN" altLang="en-US" sz="2400" b="1"/>
              <a:t>学会使用分词库：</a:t>
            </a:r>
            <a:r>
              <a:rPr lang="zh-CN" altLang="en-US" sz="2400"/>
              <a:t> 如</a:t>
            </a:r>
            <a:r>
              <a:rPr lang="en-US" altLang="zh-CN" sz="2400"/>
              <a:t>Jieba</a:t>
            </a:r>
            <a:r>
              <a:rPr lang="zh-CN" altLang="en-US" sz="2400"/>
              <a:t>、</a:t>
            </a:r>
            <a:r>
              <a:rPr lang="en-US" altLang="zh-CN" sz="2400"/>
              <a:t>THUOCL</a:t>
            </a:r>
            <a:r>
              <a:rPr lang="zh-CN" altLang="en-US" sz="2400"/>
              <a:t>、</a:t>
            </a:r>
            <a:r>
              <a:rPr lang="en-US" altLang="zh-CN" sz="2400"/>
              <a:t>Bert</a:t>
            </a:r>
            <a:r>
              <a:rPr lang="zh-CN" altLang="en-US" sz="2400"/>
              <a:t>等</a:t>
            </a:r>
          </a:p>
          <a:p>
            <a:pPr>
              <a:buFont typeface="Arial" panose="020B0604020202020204" pitchFamily="34" charset="0"/>
              <a:buChar char="•"/>
            </a:pPr>
            <a:r>
              <a:rPr lang="zh-CN" altLang="en-US" sz="2400" b="1"/>
              <a:t>学会使用常用的文本编码方式：</a:t>
            </a:r>
            <a:r>
              <a:rPr lang="zh-CN" altLang="en-US" sz="2400"/>
              <a:t> 如</a:t>
            </a:r>
            <a:r>
              <a:rPr lang="en-US" altLang="zh-CN" sz="2400"/>
              <a:t>Word2vec</a:t>
            </a:r>
            <a:r>
              <a:rPr lang="zh-CN" altLang="en-US" sz="2400"/>
              <a:t>、</a:t>
            </a:r>
            <a:r>
              <a:rPr lang="en-US" altLang="zh-CN" sz="2400"/>
              <a:t>Bert</a:t>
            </a:r>
            <a:r>
              <a:rPr lang="zh-CN" altLang="en-US" sz="2400"/>
              <a:t>等。</a:t>
            </a:r>
          </a:p>
          <a:p>
            <a:pPr>
              <a:buFont typeface="Arial" panose="020B0604020202020204" pitchFamily="34" charset="0"/>
              <a:buChar char="•"/>
            </a:pPr>
            <a:r>
              <a:rPr lang="zh-CN" altLang="en-US" sz="2400" b="1"/>
              <a:t>学会设计和使用模型：</a:t>
            </a:r>
            <a:r>
              <a:rPr lang="zh-CN" altLang="en-US" sz="2400"/>
              <a:t> 安装</a:t>
            </a:r>
            <a:r>
              <a:rPr lang="en-US" altLang="zh-CN" sz="2400" b="0" i="0">
                <a:solidFill>
                  <a:srgbClr val="111111"/>
                </a:solidFill>
                <a:effectLst/>
                <a:latin typeface="-apple-system"/>
              </a:rPr>
              <a:t>scikit-learn, </a:t>
            </a:r>
            <a:r>
              <a:rPr lang="zh-CN" altLang="en-US" sz="2400">
                <a:solidFill>
                  <a:srgbClr val="111111"/>
                </a:solidFill>
                <a:latin typeface="-apple-system"/>
              </a:rPr>
              <a:t>利用库中已有的模型，或使用</a:t>
            </a:r>
            <a:r>
              <a:rPr lang="en-US" altLang="zh-CN" sz="2400">
                <a:solidFill>
                  <a:srgbClr val="111111"/>
                </a:solidFill>
                <a:latin typeface="-apple-system"/>
              </a:rPr>
              <a:t>Pytorch</a:t>
            </a:r>
            <a:r>
              <a:rPr lang="zh-CN" altLang="en-US" sz="2400">
                <a:solidFill>
                  <a:srgbClr val="111111"/>
                </a:solidFill>
                <a:latin typeface="-apple-system"/>
              </a:rPr>
              <a:t>，设计自己的模型</a:t>
            </a:r>
            <a:r>
              <a:rPr lang="zh-CN" altLang="en-US" sz="2400"/>
              <a:t>。</a:t>
            </a:r>
          </a:p>
          <a:p>
            <a:pPr>
              <a:buFont typeface="Arial" panose="020B0604020202020204" pitchFamily="34" charset="0"/>
              <a:buChar char="•"/>
            </a:pPr>
            <a:r>
              <a:rPr lang="zh-CN" altLang="en-US" sz="2400" b="1"/>
              <a:t>评估模型的效果：</a:t>
            </a:r>
            <a:r>
              <a:rPr lang="zh-CN" altLang="en-US" sz="2400"/>
              <a:t> 根据模型预测的结果，计算出</a:t>
            </a:r>
            <a:r>
              <a:rPr lang="en-US" altLang="zh-CN" sz="2400"/>
              <a:t>Accuracy</a:t>
            </a:r>
            <a:r>
              <a:rPr lang="zh-CN" altLang="en-US" sz="2400"/>
              <a:t>、</a:t>
            </a:r>
            <a:r>
              <a:rPr lang="en-US" altLang="zh-CN" sz="2400"/>
              <a:t>Recall</a:t>
            </a:r>
            <a:r>
              <a:rPr lang="zh-CN" altLang="en-US" sz="2400"/>
              <a:t>、</a:t>
            </a:r>
            <a:r>
              <a:rPr lang="en-US" altLang="zh-CN" sz="2400"/>
              <a:t>Precision</a:t>
            </a:r>
            <a:r>
              <a:rPr lang="zh-CN" altLang="en-US" sz="2400"/>
              <a:t>、</a:t>
            </a:r>
            <a:r>
              <a:rPr lang="en-US" altLang="zh-CN" sz="2400"/>
              <a:t>F1</a:t>
            </a:r>
            <a:r>
              <a:rPr lang="zh-CN" altLang="en-US" sz="2400"/>
              <a:t>，以及</a:t>
            </a:r>
            <a:r>
              <a:rPr lang="en-US" altLang="zh-CN" sz="2400"/>
              <a:t>Macro</a:t>
            </a:r>
            <a:r>
              <a:rPr lang="zh-CN" altLang="en-US" sz="2400"/>
              <a:t>和</a:t>
            </a:r>
            <a:r>
              <a:rPr lang="en-US" altLang="zh-CN" sz="2400"/>
              <a:t>weighted</a:t>
            </a:r>
            <a:r>
              <a:rPr lang="zh-CN" altLang="en-US" sz="2400"/>
              <a:t>之后的性能指标。</a:t>
            </a:r>
            <a:endParaRPr lang="en-US" altLang="zh-CN" sz="2400"/>
          </a:p>
          <a:p>
            <a:pPr>
              <a:buFont typeface="Arial" panose="020B0604020202020204" pitchFamily="34" charset="0"/>
              <a:buChar char="•"/>
            </a:pPr>
            <a:r>
              <a:rPr lang="zh-CN" altLang="en-US" sz="2400" b="1"/>
              <a:t>分析模型：</a:t>
            </a:r>
            <a:r>
              <a:rPr lang="zh-CN" altLang="en-US" sz="2400"/>
              <a:t>利用消融实验和可视化实验，来验证自己方法的有效性。</a:t>
            </a:r>
            <a:endParaRPr lang="en-US" altLang="zh-CN" sz="2400"/>
          </a:p>
          <a:p>
            <a:pPr>
              <a:buFont typeface="Arial" panose="020B0604020202020204" pitchFamily="34" charset="0"/>
              <a:buChar char="•"/>
            </a:pPr>
            <a:endParaRPr lang="zh-CN" altLang="en-US" sz="2400"/>
          </a:p>
          <a:p>
            <a:pPr algn="ctr"/>
            <a:endParaRPr lang="zh-CN" altLang="en-US" sz="2400" spc="100" dirty="0">
              <a:latin typeface=""/>
              <a:ea typeface="微软雅黑" panose="020B0503020204020204" pitchFamily="34" charset="-122"/>
              <a:sym typeface=""/>
            </a:endParaRPr>
          </a:p>
        </p:txBody>
      </p:sp>
      <p:sp>
        <p:nvSpPr>
          <p:cNvPr id="19" name="文本框 18">
            <a:extLst>
              <a:ext uri="{FF2B5EF4-FFF2-40B4-BE49-F238E27FC236}">
                <a16:creationId xmlns:a16="http://schemas.microsoft.com/office/drawing/2014/main" id="{173171ED-5BBB-49A6-AB96-491B911A1330}"/>
              </a:ext>
            </a:extLst>
          </p:cNvPr>
          <p:cNvSpPr txBox="1"/>
          <p:nvPr/>
        </p:nvSpPr>
        <p:spPr>
          <a:xfrm>
            <a:off x="1988038" y="5323902"/>
            <a:ext cx="7974353" cy="461665"/>
          </a:xfrm>
          <a:prstGeom prst="rect">
            <a:avLst/>
          </a:prstGeom>
          <a:noFill/>
        </p:spPr>
        <p:txBody>
          <a:bodyPr wrap="square">
            <a:spAutoFit/>
          </a:bodyPr>
          <a:lstStyle/>
          <a:p>
            <a:r>
              <a:rPr lang="zh-CN" altLang="en-US" sz="2400" b="1"/>
              <a:t>期末大作业提交内容：代码，报告，PPT，讲解视频</a:t>
            </a:r>
          </a:p>
        </p:txBody>
      </p:sp>
    </p:spTree>
    <p:extLst>
      <p:ext uri="{BB962C8B-B14F-4D97-AF65-F5344CB8AC3E}">
        <p14:creationId xmlns:p14="http://schemas.microsoft.com/office/powerpoint/2010/main" val="40661771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ont">
      <a:majorFont>
        <a:latin typeface="等线 Light"/>
        <a:ea typeface="等线 Light"/>
        <a:cs typeface=""/>
      </a:majorFont>
      <a:minorFont>
        <a:latin typeface="等线"/>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64115</TotalTime>
  <Words>1306</Words>
  <Application>Microsoft Office PowerPoint</Application>
  <PresentationFormat>宽屏</PresentationFormat>
  <Paragraphs>166</Paragraphs>
  <Slides>15</Slides>
  <Notes>14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-apple-system</vt:lpstr>
      <vt:lpstr>PingFang SC</vt:lpstr>
      <vt:lpstr>等线</vt:lpstr>
      <vt:lpstr>等线 Light</vt:lpstr>
      <vt:lpstr>微软雅黑</vt:lpstr>
      <vt:lpstr>Arial</vt:lpstr>
      <vt:lpstr>Calisto MT</vt:lpstr>
      <vt:lpstr>Cambria Math</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冥玖 水一</dc:creator>
  <cp:lastModifiedBy>冥玖 水一</cp:lastModifiedBy>
  <cp:revision>127</cp:revision>
  <dcterms:created xsi:type="dcterms:W3CDTF">2024-01-06T08:52:41Z</dcterms:created>
  <dcterms:modified xsi:type="dcterms:W3CDTF">2024-10-11T05:15:54Z</dcterms:modified>
</cp:coreProperties>
</file>